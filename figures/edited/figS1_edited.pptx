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64008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35"/>
  </p:normalViewPr>
  <p:slideViewPr>
    <p:cSldViewPr snapToGrid="0">
      <p:cViewPr varScale="1">
        <p:scale>
          <a:sx n="157" d="100"/>
          <a:sy n="157" d="100"/>
        </p:scale>
        <p:origin x="14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" y="748242"/>
            <a:ext cx="5440680" cy="1591733"/>
          </a:xfrm>
        </p:spPr>
        <p:txBody>
          <a:bodyPr anchor="b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0100" y="2401359"/>
            <a:ext cx="4800600" cy="1103841"/>
          </a:xfrm>
        </p:spPr>
        <p:txBody>
          <a:bodyPr/>
          <a:lstStyle>
            <a:lvl1pPr marL="0" indent="0" algn="ctr">
              <a:buNone/>
              <a:defRPr sz="1600"/>
            </a:lvl1pPr>
            <a:lvl2pPr marL="304815" indent="0" algn="ctr">
              <a:buNone/>
              <a:defRPr sz="1333"/>
            </a:lvl2pPr>
            <a:lvl3pPr marL="609630" indent="0" algn="ctr">
              <a:buNone/>
              <a:defRPr sz="1200"/>
            </a:lvl3pPr>
            <a:lvl4pPr marL="914446" indent="0" algn="ctr">
              <a:buNone/>
              <a:defRPr sz="1067"/>
            </a:lvl4pPr>
            <a:lvl5pPr marL="1219261" indent="0" algn="ctr">
              <a:buNone/>
              <a:defRPr sz="1067"/>
            </a:lvl5pPr>
            <a:lvl6pPr marL="1524076" indent="0" algn="ctr">
              <a:buNone/>
              <a:defRPr sz="1067"/>
            </a:lvl6pPr>
            <a:lvl7pPr marL="1828891" indent="0" algn="ctr">
              <a:buNone/>
              <a:defRPr sz="1067"/>
            </a:lvl7pPr>
            <a:lvl8pPr marL="2133707" indent="0" algn="ctr">
              <a:buNone/>
              <a:defRPr sz="1067"/>
            </a:lvl8pPr>
            <a:lvl9pPr marL="2438522" indent="0" algn="ctr">
              <a:buNone/>
              <a:defRPr sz="106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89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635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722" y="1139826"/>
            <a:ext cx="5520690" cy="1901825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6722" y="3059643"/>
            <a:ext cx="5520690" cy="1000125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1pPr>
            <a:lvl2pPr marL="304815" indent="0">
              <a:buNone/>
              <a:defRPr sz="1333">
                <a:solidFill>
                  <a:schemeClr val="tx1">
                    <a:tint val="82000"/>
                  </a:schemeClr>
                </a:solidFill>
              </a:defRPr>
            </a:lvl2pPr>
            <a:lvl3pPr marL="60963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3pPr>
            <a:lvl4pPr marL="91444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4pPr>
            <a:lvl5pPr marL="1219261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5pPr>
            <a:lvl6pPr marL="152407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6pPr>
            <a:lvl7pPr marL="1828891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7pPr>
            <a:lvl8pPr marL="2133707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8pPr>
            <a:lvl9pPr marL="2438522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952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0055" y="1217083"/>
            <a:ext cx="272034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40405" y="1217083"/>
            <a:ext cx="272034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604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243417"/>
            <a:ext cx="5520690" cy="8837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889" y="1120775"/>
            <a:ext cx="2707838" cy="549275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0889" y="1670050"/>
            <a:ext cx="2707838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40405" y="1120775"/>
            <a:ext cx="2721174" cy="549275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40405" y="1670050"/>
            <a:ext cx="2721174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6/17/26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509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6/17/26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599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6/17/26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710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304800"/>
            <a:ext cx="2064425" cy="106680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1174" y="658284"/>
            <a:ext cx="3240405" cy="3249083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0889" y="1371600"/>
            <a:ext cx="2064425" cy="2541059"/>
          </a:xfrm>
        </p:spPr>
        <p:txBody>
          <a:bodyPr/>
          <a:lstStyle>
            <a:lvl1pPr marL="0" indent="0">
              <a:buNone/>
              <a:defRPr sz="1067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073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304800"/>
            <a:ext cx="2064425" cy="106680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21174" y="658284"/>
            <a:ext cx="3240405" cy="3249083"/>
          </a:xfrm>
        </p:spPr>
        <p:txBody>
          <a:bodyPr anchor="t"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0889" y="1371600"/>
            <a:ext cx="2064425" cy="2541059"/>
          </a:xfrm>
        </p:spPr>
        <p:txBody>
          <a:bodyPr/>
          <a:lstStyle>
            <a:lvl1pPr marL="0" indent="0">
              <a:buNone/>
              <a:defRPr sz="1067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51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48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580573" y="243416"/>
            <a:ext cx="1380173" cy="38745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0055" y="243416"/>
            <a:ext cx="4060508" cy="38745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275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0055" y="243417"/>
            <a:ext cx="552069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055" y="1217083"/>
            <a:ext cx="552069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0055" y="4237568"/>
            <a:ext cx="144018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89AAA1-CD3E-6343-8C47-490C1B21047E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20265" y="4237568"/>
            <a:ext cx="216027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20565" y="4237568"/>
            <a:ext cx="144018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463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9630" rtl="0" eaLnBrk="1" latinLnBrk="0" hangingPunct="1">
        <a:lnSpc>
          <a:spcPct val="90000"/>
        </a:lnSpc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2408" indent="-152408" algn="l" defTabSz="60963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2FF015-9C0C-0BB7-673B-A22ADBEB96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6400800" cy="4572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7F6C405-0301-9E99-477C-A9E0EE61191E}"/>
              </a:ext>
            </a:extLst>
          </p:cNvPr>
          <p:cNvSpPr/>
          <p:nvPr/>
        </p:nvSpPr>
        <p:spPr>
          <a:xfrm>
            <a:off x="1632948" y="317352"/>
            <a:ext cx="707686" cy="215444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5DA105-2B83-834F-0571-C4D2350BE47C}"/>
              </a:ext>
            </a:extLst>
          </p:cNvPr>
          <p:cNvSpPr/>
          <p:nvPr/>
        </p:nvSpPr>
        <p:spPr>
          <a:xfrm>
            <a:off x="2530415" y="317351"/>
            <a:ext cx="2823713" cy="215445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0D3C6E-F87A-5FAF-0176-6C7516F02238}"/>
              </a:ext>
            </a:extLst>
          </p:cNvPr>
          <p:cNvSpPr txBox="1"/>
          <p:nvPr/>
        </p:nvSpPr>
        <p:spPr>
          <a:xfrm>
            <a:off x="1657214" y="129091"/>
            <a:ext cx="65915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 dirty="0">
                <a:latin typeface="Helvetica" pitchFamily="2" charset="0"/>
              </a:rPr>
              <a:t>Genotype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CE2799-467C-E103-D784-C290540C2E8B}"/>
              </a:ext>
            </a:extLst>
          </p:cNvPr>
          <p:cNvSpPr txBox="1"/>
          <p:nvPr/>
        </p:nvSpPr>
        <p:spPr>
          <a:xfrm>
            <a:off x="3697652" y="134180"/>
            <a:ext cx="4892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 dirty="0">
                <a:latin typeface="Helvetica" pitchFamily="2" charset="0"/>
              </a:rPr>
              <a:t>Phase</a:t>
            </a:r>
          </a:p>
        </p:txBody>
      </p:sp>
    </p:spTree>
    <p:extLst>
      <p:ext uri="{BB962C8B-B14F-4D97-AF65-F5344CB8AC3E}">
        <p14:creationId xmlns:p14="http://schemas.microsoft.com/office/powerpoint/2010/main" val="2506284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2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Elizabeth S Duan</dc:creator>
  <cp:lastModifiedBy>Elizabeth S Duan</cp:lastModifiedBy>
  <cp:revision>4</cp:revision>
  <dcterms:created xsi:type="dcterms:W3CDTF">2026-06-01T18:05:54Z</dcterms:created>
  <dcterms:modified xsi:type="dcterms:W3CDTF">2026-06-17T22:30:36Z</dcterms:modified>
</cp:coreProperties>
</file>