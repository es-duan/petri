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64008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C5EE"/>
    <a:srgbClr val="F5F2FF"/>
    <a:srgbClr val="E9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50"/>
    <p:restoredTop sz="94693"/>
  </p:normalViewPr>
  <p:slideViewPr>
    <p:cSldViewPr snapToGrid="0">
      <p:cViewPr>
        <p:scale>
          <a:sx n="142" d="100"/>
          <a:sy n="142" d="100"/>
        </p:scale>
        <p:origin x="280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468050-661E-AB4B-B42D-BE017D866B7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7200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19080-6ECF-1A48-BCBB-C31377650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97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5021" rtl="0" eaLnBrk="1" latinLnBrk="0" hangingPunct="1">
      <a:defRPr sz="518" kern="1200">
        <a:solidFill>
          <a:schemeClr val="tx1"/>
        </a:solidFill>
        <a:latin typeface="+mn-lt"/>
        <a:ea typeface="+mn-ea"/>
        <a:cs typeface="+mn-cs"/>
      </a:defRPr>
    </a:lvl1pPr>
    <a:lvl2pPr marL="197510" algn="l" defTabSz="395021" rtl="0" eaLnBrk="1" latinLnBrk="0" hangingPunct="1">
      <a:defRPr sz="518" kern="1200">
        <a:solidFill>
          <a:schemeClr val="tx1"/>
        </a:solidFill>
        <a:latin typeface="+mn-lt"/>
        <a:ea typeface="+mn-ea"/>
        <a:cs typeface="+mn-cs"/>
      </a:defRPr>
    </a:lvl2pPr>
    <a:lvl3pPr marL="395021" algn="l" defTabSz="395021" rtl="0" eaLnBrk="1" latinLnBrk="0" hangingPunct="1">
      <a:defRPr sz="518" kern="1200">
        <a:solidFill>
          <a:schemeClr val="tx1"/>
        </a:solidFill>
        <a:latin typeface="+mn-lt"/>
        <a:ea typeface="+mn-ea"/>
        <a:cs typeface="+mn-cs"/>
      </a:defRPr>
    </a:lvl3pPr>
    <a:lvl4pPr marL="592531" algn="l" defTabSz="395021" rtl="0" eaLnBrk="1" latinLnBrk="0" hangingPunct="1">
      <a:defRPr sz="518" kern="1200">
        <a:solidFill>
          <a:schemeClr val="tx1"/>
        </a:solidFill>
        <a:latin typeface="+mn-lt"/>
        <a:ea typeface="+mn-ea"/>
        <a:cs typeface="+mn-cs"/>
      </a:defRPr>
    </a:lvl4pPr>
    <a:lvl5pPr marL="790042" algn="l" defTabSz="395021" rtl="0" eaLnBrk="1" latinLnBrk="0" hangingPunct="1">
      <a:defRPr sz="518" kern="1200">
        <a:solidFill>
          <a:schemeClr val="tx1"/>
        </a:solidFill>
        <a:latin typeface="+mn-lt"/>
        <a:ea typeface="+mn-ea"/>
        <a:cs typeface="+mn-cs"/>
      </a:defRPr>
    </a:lvl5pPr>
    <a:lvl6pPr marL="987552" algn="l" defTabSz="395021" rtl="0" eaLnBrk="1" latinLnBrk="0" hangingPunct="1">
      <a:defRPr sz="518" kern="1200">
        <a:solidFill>
          <a:schemeClr val="tx1"/>
        </a:solidFill>
        <a:latin typeface="+mn-lt"/>
        <a:ea typeface="+mn-ea"/>
        <a:cs typeface="+mn-cs"/>
      </a:defRPr>
    </a:lvl6pPr>
    <a:lvl7pPr marL="1185062" algn="l" defTabSz="395021" rtl="0" eaLnBrk="1" latinLnBrk="0" hangingPunct="1">
      <a:defRPr sz="518" kern="1200">
        <a:solidFill>
          <a:schemeClr val="tx1"/>
        </a:solidFill>
        <a:latin typeface="+mn-lt"/>
        <a:ea typeface="+mn-ea"/>
        <a:cs typeface="+mn-cs"/>
      </a:defRPr>
    </a:lvl7pPr>
    <a:lvl8pPr marL="1382573" algn="l" defTabSz="395021" rtl="0" eaLnBrk="1" latinLnBrk="0" hangingPunct="1">
      <a:defRPr sz="518" kern="1200">
        <a:solidFill>
          <a:schemeClr val="tx1"/>
        </a:solidFill>
        <a:latin typeface="+mn-lt"/>
        <a:ea typeface="+mn-ea"/>
        <a:cs typeface="+mn-cs"/>
      </a:defRPr>
    </a:lvl8pPr>
    <a:lvl9pPr marL="1580083" algn="l" defTabSz="395021" rtl="0" eaLnBrk="1" latinLnBrk="0" hangingPunct="1">
      <a:defRPr sz="51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19080-6ECF-1A48-BCBB-C313776502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41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448945"/>
            <a:ext cx="48006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1440815"/>
            <a:ext cx="48006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5F10-C112-A742-9AF3-53C7C1FC721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2E6D-903A-7A4D-9D94-F8E412161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72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5F10-C112-A742-9AF3-53C7C1FC721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2E6D-903A-7A4D-9D94-F8E412161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28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1" y="683895"/>
            <a:ext cx="552069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1" y="1835785"/>
            <a:ext cx="552069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5F10-C112-A742-9AF3-53C7C1FC721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2E6D-903A-7A4D-9D94-F8E412161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88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730250"/>
            <a:ext cx="272034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730250"/>
            <a:ext cx="272034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5F10-C112-A742-9AF3-53C7C1FC721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2E6D-903A-7A4D-9D94-F8E412161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63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146050"/>
            <a:ext cx="552069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672465"/>
            <a:ext cx="2707838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002030"/>
            <a:ext cx="2707838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672465"/>
            <a:ext cx="2721174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002030"/>
            <a:ext cx="2721174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5F10-C112-A742-9AF3-53C7C1FC721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2E6D-903A-7A4D-9D94-F8E412161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2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5F10-C112-A742-9AF3-53C7C1FC721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2E6D-903A-7A4D-9D94-F8E412161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2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5F10-C112-A742-9AF3-53C7C1FC721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2E6D-903A-7A4D-9D94-F8E412161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8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182880"/>
            <a:ext cx="2064424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394970"/>
            <a:ext cx="3240405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822960"/>
            <a:ext cx="2064424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5F10-C112-A742-9AF3-53C7C1FC721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2E6D-903A-7A4D-9D94-F8E412161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30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182880"/>
            <a:ext cx="2064424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394970"/>
            <a:ext cx="3240405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822960"/>
            <a:ext cx="2064424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5F10-C112-A742-9AF3-53C7C1FC721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2E6D-903A-7A4D-9D94-F8E412161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7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5F10-C112-A742-9AF3-53C7C1FC721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2E6D-903A-7A4D-9D94-F8E412161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83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2" y="146050"/>
            <a:ext cx="1380173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146050"/>
            <a:ext cx="4060508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5F10-C112-A742-9AF3-53C7C1FC721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2E6D-903A-7A4D-9D94-F8E412161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146050"/>
            <a:ext cx="552069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730250"/>
            <a:ext cx="552069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2542540"/>
            <a:ext cx="144018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F5F10-C112-A742-9AF3-53C7C1FC721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2542540"/>
            <a:ext cx="216027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2542540"/>
            <a:ext cx="144018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42E6D-903A-7A4D-9D94-F8E412161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02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E2E82B-A386-10B4-F6F5-62E5AD180A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6987" y="-3502"/>
            <a:ext cx="2743200" cy="2743200"/>
          </a:xfrm>
          <a:prstGeom prst="rect">
            <a:avLst/>
          </a:prstGeom>
        </p:spPr>
      </p:pic>
      <p:sp>
        <p:nvSpPr>
          <p:cNvPr id="180" name="Rectangle 179">
            <a:extLst>
              <a:ext uri="{FF2B5EF4-FFF2-40B4-BE49-F238E27FC236}">
                <a16:creationId xmlns:a16="http://schemas.microsoft.com/office/drawing/2014/main" id="{FA01D140-CB8D-AD30-EE3F-4C8AB268E0AF}"/>
              </a:ext>
            </a:extLst>
          </p:cNvPr>
          <p:cNvSpPr/>
          <p:nvPr/>
        </p:nvSpPr>
        <p:spPr>
          <a:xfrm>
            <a:off x="701336" y="219424"/>
            <a:ext cx="719229" cy="573763"/>
          </a:xfrm>
          <a:prstGeom prst="rect">
            <a:avLst/>
          </a:prstGeom>
          <a:solidFill>
            <a:schemeClr val="bg2">
              <a:alpha val="7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80"/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5EDF72F5-4CA1-EB11-EC07-F62726459BBB}"/>
              </a:ext>
            </a:extLst>
          </p:cNvPr>
          <p:cNvGrpSpPr/>
          <p:nvPr/>
        </p:nvGrpSpPr>
        <p:grpSpPr>
          <a:xfrm>
            <a:off x="728840" y="243940"/>
            <a:ext cx="216699" cy="128181"/>
            <a:chOff x="7196230" y="4833936"/>
            <a:chExt cx="1441360" cy="852584"/>
          </a:xfrm>
        </p:grpSpPr>
        <p:sp>
          <p:nvSpPr>
            <p:cNvPr id="186" name="Rounded Rectangle 185">
              <a:extLst>
                <a:ext uri="{FF2B5EF4-FFF2-40B4-BE49-F238E27FC236}">
                  <a16:creationId xmlns:a16="http://schemas.microsoft.com/office/drawing/2014/main" id="{1F84C208-60AA-7945-42D4-C93BB63B56BA}"/>
                </a:ext>
              </a:extLst>
            </p:cNvPr>
            <p:cNvSpPr/>
            <p:nvPr/>
          </p:nvSpPr>
          <p:spPr>
            <a:xfrm>
              <a:off x="7196230" y="4833936"/>
              <a:ext cx="1441360" cy="852584"/>
            </a:xfrm>
            <a:prstGeom prst="roundRect">
              <a:avLst>
                <a:gd name="adj" fmla="val 47948"/>
              </a:avLst>
            </a:prstGeom>
            <a:solidFill>
              <a:schemeClr val="bg1"/>
            </a:solidFill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80" dirty="0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36F7E89C-9F1D-47A8-FA81-B9B3DD6164C0}"/>
                </a:ext>
              </a:extLst>
            </p:cNvPr>
            <p:cNvSpPr/>
            <p:nvPr/>
          </p:nvSpPr>
          <p:spPr>
            <a:xfrm>
              <a:off x="7975495" y="5001222"/>
              <a:ext cx="488623" cy="488623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80" dirty="0"/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2D7146B8-BDF8-AB8D-AC54-3E6552562262}"/>
              </a:ext>
            </a:extLst>
          </p:cNvPr>
          <p:cNvGrpSpPr/>
          <p:nvPr/>
        </p:nvGrpSpPr>
        <p:grpSpPr>
          <a:xfrm>
            <a:off x="1083058" y="636533"/>
            <a:ext cx="216699" cy="128181"/>
            <a:chOff x="7196230" y="4833936"/>
            <a:chExt cx="1441360" cy="852584"/>
          </a:xfrm>
        </p:grpSpPr>
        <p:sp>
          <p:nvSpPr>
            <p:cNvPr id="198" name="Rounded Rectangle 197">
              <a:extLst>
                <a:ext uri="{FF2B5EF4-FFF2-40B4-BE49-F238E27FC236}">
                  <a16:creationId xmlns:a16="http://schemas.microsoft.com/office/drawing/2014/main" id="{80852EF2-EAB3-8EA3-9283-A2349E524E40}"/>
                </a:ext>
              </a:extLst>
            </p:cNvPr>
            <p:cNvSpPr/>
            <p:nvPr/>
          </p:nvSpPr>
          <p:spPr>
            <a:xfrm>
              <a:off x="7196230" y="4833936"/>
              <a:ext cx="1441360" cy="852584"/>
            </a:xfrm>
            <a:prstGeom prst="roundRect">
              <a:avLst>
                <a:gd name="adj" fmla="val 47948"/>
              </a:avLst>
            </a:prstGeom>
            <a:solidFill>
              <a:schemeClr val="bg1">
                <a:lumMod val="85000"/>
              </a:schemeClr>
            </a:solidFill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80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17A4332C-6EEF-B42C-198B-18B2EDCCF475}"/>
                </a:ext>
              </a:extLst>
            </p:cNvPr>
            <p:cNvSpPr/>
            <p:nvPr/>
          </p:nvSpPr>
          <p:spPr>
            <a:xfrm>
              <a:off x="7975495" y="5001222"/>
              <a:ext cx="488623" cy="488623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80"/>
            </a:p>
          </p:txBody>
        </p:sp>
      </p:grp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6F46045F-26A0-4A50-18EF-EB0A81FC2BCB}"/>
              </a:ext>
            </a:extLst>
          </p:cNvPr>
          <p:cNvCxnSpPr>
            <a:cxnSpLocks/>
          </p:cNvCxnSpPr>
          <p:nvPr/>
        </p:nvCxnSpPr>
        <p:spPr>
          <a:xfrm flipH="1">
            <a:off x="181583" y="791090"/>
            <a:ext cx="514071" cy="312189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0FD65D2F-D92F-DB7E-7BC0-3832E4C426E4}"/>
              </a:ext>
            </a:extLst>
          </p:cNvPr>
          <p:cNvCxnSpPr>
            <a:cxnSpLocks/>
          </p:cNvCxnSpPr>
          <p:nvPr/>
        </p:nvCxnSpPr>
        <p:spPr>
          <a:xfrm>
            <a:off x="1365093" y="793187"/>
            <a:ext cx="2123889" cy="307776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7D67B70E-80F9-A2FE-0395-CD55FD2942A0}"/>
              </a:ext>
            </a:extLst>
          </p:cNvPr>
          <p:cNvGrpSpPr/>
          <p:nvPr/>
        </p:nvGrpSpPr>
        <p:grpSpPr>
          <a:xfrm>
            <a:off x="181583" y="1103280"/>
            <a:ext cx="3307399" cy="1529673"/>
            <a:chOff x="181583" y="1103280"/>
            <a:chExt cx="3307399" cy="152967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84E896-97C0-B587-83D4-914BB8090496}"/>
                </a:ext>
              </a:extLst>
            </p:cNvPr>
            <p:cNvSpPr/>
            <p:nvPr/>
          </p:nvSpPr>
          <p:spPr>
            <a:xfrm>
              <a:off x="181583" y="1103280"/>
              <a:ext cx="3307399" cy="1529673"/>
            </a:xfrm>
            <a:prstGeom prst="rect">
              <a:avLst/>
            </a:prstGeom>
            <a:solidFill>
              <a:schemeClr val="bg2">
                <a:alpha val="7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80"/>
            </a:p>
          </p:txBody>
        </p: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C49A056-9B66-2210-A1B1-40C442A2FBC6}"/>
                </a:ext>
              </a:extLst>
            </p:cNvPr>
            <p:cNvGrpSpPr/>
            <p:nvPr/>
          </p:nvGrpSpPr>
          <p:grpSpPr>
            <a:xfrm>
              <a:off x="254718" y="1157235"/>
              <a:ext cx="3161128" cy="1421762"/>
              <a:chOff x="262207" y="1148002"/>
              <a:chExt cx="3161128" cy="142176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C25D88C-CC01-C4B6-8D5B-1939E6557068}"/>
                  </a:ext>
                </a:extLst>
              </p:cNvPr>
              <p:cNvSpPr/>
              <p:nvPr/>
            </p:nvSpPr>
            <p:spPr>
              <a:xfrm>
                <a:off x="2309795" y="1148003"/>
                <a:ext cx="1113540" cy="1393526"/>
              </a:xfrm>
              <a:prstGeom prst="rect">
                <a:avLst/>
              </a:prstGeom>
              <a:solidFill>
                <a:schemeClr val="accent4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98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E6F3651-65EF-E227-309F-13F5973771E4}"/>
                  </a:ext>
                </a:extLst>
              </p:cNvPr>
              <p:cNvSpPr/>
              <p:nvPr/>
            </p:nvSpPr>
            <p:spPr>
              <a:xfrm>
                <a:off x="262207" y="1148002"/>
                <a:ext cx="1284544" cy="1393526"/>
              </a:xfrm>
              <a:prstGeom prst="rect">
                <a:avLst/>
              </a:prstGeom>
              <a:solidFill>
                <a:schemeClr val="accent3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98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D89F759-8DED-B33B-4300-35D12348B2F5}"/>
                  </a:ext>
                </a:extLst>
              </p:cNvPr>
              <p:cNvSpPr/>
              <p:nvPr/>
            </p:nvSpPr>
            <p:spPr>
              <a:xfrm>
                <a:off x="1546906" y="1148003"/>
                <a:ext cx="762617" cy="1393526"/>
              </a:xfrm>
              <a:prstGeom prst="rect">
                <a:avLst/>
              </a:prstGeom>
              <a:solidFill>
                <a:schemeClr val="accent5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980" dirty="0"/>
              </a:p>
            </p:txBody>
          </p:sp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E9618437-D7D1-2A50-6106-38B1A28E42BA}"/>
                  </a:ext>
                </a:extLst>
              </p:cNvPr>
              <p:cNvSpPr/>
              <p:nvPr/>
            </p:nvSpPr>
            <p:spPr>
              <a:xfrm rot="245101">
                <a:off x="497189" y="1222524"/>
                <a:ext cx="265029" cy="248483"/>
              </a:xfrm>
              <a:prstGeom prst="arc">
                <a:avLst>
                  <a:gd name="adj1" fmla="val 10393670"/>
                  <a:gd name="adj2" fmla="val 0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98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DB2DF-475C-FCD0-0452-AC8A9A56676C}"/>
                  </a:ext>
                </a:extLst>
              </p:cNvPr>
              <p:cNvSpPr txBox="1"/>
              <p:nvPr/>
            </p:nvSpPr>
            <p:spPr>
              <a:xfrm>
                <a:off x="418088" y="2299099"/>
                <a:ext cx="97278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latin typeface="Helvetica" pitchFamily="2" charset="0"/>
                  </a:rPr>
                  <a:t>Growth Phase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FBB1C6-9590-0A09-A874-D74C71EDF006}"/>
                  </a:ext>
                </a:extLst>
              </p:cNvPr>
              <p:cNvSpPr txBox="1"/>
              <p:nvPr/>
            </p:nvSpPr>
            <p:spPr>
              <a:xfrm>
                <a:off x="1545346" y="2231210"/>
                <a:ext cx="7626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latin typeface="Helvetica" pitchFamily="2" charset="0"/>
                  </a:rPr>
                  <a:t>Conjugation Phase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6A6887-0057-977D-8603-AC9DDC553360}"/>
                  </a:ext>
                </a:extLst>
              </p:cNvPr>
              <p:cNvSpPr txBox="1"/>
              <p:nvPr/>
            </p:nvSpPr>
            <p:spPr>
              <a:xfrm>
                <a:off x="2397170" y="2231210"/>
                <a:ext cx="93879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latin typeface="Helvetica" pitchFamily="2" charset="0"/>
                  </a:rPr>
                  <a:t>Transconjugant Selection Phase</a:t>
                </a:r>
              </a:p>
            </p:txBody>
          </p:sp>
          <p:sp>
            <p:nvSpPr>
              <p:cNvPr id="15" name="Right Arrow 14">
                <a:extLst>
                  <a:ext uri="{FF2B5EF4-FFF2-40B4-BE49-F238E27FC236}">
                    <a16:creationId xmlns:a16="http://schemas.microsoft.com/office/drawing/2014/main" id="{976A45FF-A510-B1B0-4770-BFB1E2C27C87}"/>
                  </a:ext>
                </a:extLst>
              </p:cNvPr>
              <p:cNvSpPr/>
              <p:nvPr/>
            </p:nvSpPr>
            <p:spPr>
              <a:xfrm>
                <a:off x="1014063" y="1733236"/>
                <a:ext cx="128056" cy="130904"/>
              </a:xfrm>
              <a:prstGeom prst="right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980"/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19304E57-449B-8569-5CCE-4799CC7D1120}"/>
                  </a:ext>
                </a:extLst>
              </p:cNvPr>
              <p:cNvGrpSpPr/>
              <p:nvPr/>
            </p:nvGrpSpPr>
            <p:grpSpPr>
              <a:xfrm>
                <a:off x="333736" y="1380034"/>
                <a:ext cx="265029" cy="841635"/>
                <a:chOff x="333736" y="1380034"/>
                <a:chExt cx="265029" cy="841635"/>
              </a:xfrm>
            </p:grpSpPr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03C1E9BF-AC29-4758-BCBA-2FD2CE3460D4}"/>
                    </a:ext>
                  </a:extLst>
                </p:cNvPr>
                <p:cNvGrpSpPr/>
                <p:nvPr/>
              </p:nvGrpSpPr>
              <p:grpSpPr>
                <a:xfrm>
                  <a:off x="333736" y="1380034"/>
                  <a:ext cx="265029" cy="841635"/>
                  <a:chOff x="4900611" y="1042987"/>
                  <a:chExt cx="485778" cy="1512390"/>
                </a:xfrm>
              </p:grpSpPr>
              <p:sp>
                <p:nvSpPr>
                  <p:cNvPr id="162" name="Freeform 161">
                    <a:extLst>
                      <a:ext uri="{FF2B5EF4-FFF2-40B4-BE49-F238E27FC236}">
                        <a16:creationId xmlns:a16="http://schemas.microsoft.com/office/drawing/2014/main" id="{BD483510-04BC-BB2B-2762-ED345E3FBA0A}"/>
                      </a:ext>
                    </a:extLst>
                  </p:cNvPr>
                  <p:cNvSpPr/>
                  <p:nvPr/>
                </p:nvSpPr>
                <p:spPr>
                  <a:xfrm>
                    <a:off x="4900611" y="1262499"/>
                    <a:ext cx="485777" cy="1292878"/>
                  </a:xfrm>
                  <a:custGeom>
                    <a:avLst/>
                    <a:gdLst>
                      <a:gd name="connsiteX0" fmla="*/ 242888 w 485777"/>
                      <a:gd name="connsiteY0" fmla="*/ 0 h 1512390"/>
                      <a:gd name="connsiteX1" fmla="*/ 242889 w 485777"/>
                      <a:gd name="connsiteY1" fmla="*/ 0 h 1512390"/>
                      <a:gd name="connsiteX2" fmla="*/ 242889 w 485777"/>
                      <a:gd name="connsiteY2" fmla="*/ 0 h 1512390"/>
                      <a:gd name="connsiteX3" fmla="*/ 485777 w 485777"/>
                      <a:gd name="connsiteY3" fmla="*/ 60722 h 1512390"/>
                      <a:gd name="connsiteX4" fmla="*/ 485776 w 485777"/>
                      <a:gd name="connsiteY4" fmla="*/ 1253959 h 1512390"/>
                      <a:gd name="connsiteX5" fmla="*/ 485668 w 485777"/>
                      <a:gd name="connsiteY5" fmla="*/ 1254227 h 1512390"/>
                      <a:gd name="connsiteX6" fmla="*/ 485777 w 485777"/>
                      <a:gd name="connsiteY6" fmla="*/ 1255369 h 1512390"/>
                      <a:gd name="connsiteX7" fmla="*/ 242889 w 485777"/>
                      <a:gd name="connsiteY7" fmla="*/ 1512390 h 1512390"/>
                      <a:gd name="connsiteX8" fmla="*/ 1 w 485777"/>
                      <a:gd name="connsiteY8" fmla="*/ 1255369 h 1512390"/>
                      <a:gd name="connsiteX9" fmla="*/ 110 w 485777"/>
                      <a:gd name="connsiteY9" fmla="*/ 1254231 h 1512390"/>
                      <a:gd name="connsiteX10" fmla="*/ 0 w 485777"/>
                      <a:gd name="connsiteY10" fmla="*/ 1253959 h 1512390"/>
                      <a:gd name="connsiteX11" fmla="*/ 1 w 485777"/>
                      <a:gd name="connsiteY11" fmla="*/ 60725 h 1512390"/>
                      <a:gd name="connsiteX12" fmla="*/ 0 w 485777"/>
                      <a:gd name="connsiteY12" fmla="*/ 60722 h 1512390"/>
                      <a:gd name="connsiteX13" fmla="*/ 242888 w 485777"/>
                      <a:gd name="connsiteY13" fmla="*/ 0 h 15123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485777" h="1512390">
                        <a:moveTo>
                          <a:pt x="242888" y="0"/>
                        </a:moveTo>
                        <a:lnTo>
                          <a:pt x="242889" y="0"/>
                        </a:lnTo>
                        <a:lnTo>
                          <a:pt x="242889" y="0"/>
                        </a:lnTo>
                        <a:cubicBezTo>
                          <a:pt x="377032" y="0"/>
                          <a:pt x="485777" y="27186"/>
                          <a:pt x="485777" y="60722"/>
                        </a:cubicBezTo>
                        <a:cubicBezTo>
                          <a:pt x="485777" y="458468"/>
                          <a:pt x="485776" y="856213"/>
                          <a:pt x="485776" y="1253959"/>
                        </a:cubicBezTo>
                        <a:lnTo>
                          <a:pt x="485668" y="1254227"/>
                        </a:lnTo>
                        <a:lnTo>
                          <a:pt x="485777" y="1255369"/>
                        </a:lnTo>
                        <a:cubicBezTo>
                          <a:pt x="485777" y="1397318"/>
                          <a:pt x="377032" y="1512390"/>
                          <a:pt x="242889" y="1512390"/>
                        </a:cubicBezTo>
                        <a:cubicBezTo>
                          <a:pt x="108746" y="1512390"/>
                          <a:pt x="1" y="1397318"/>
                          <a:pt x="1" y="1255369"/>
                        </a:cubicBezTo>
                        <a:lnTo>
                          <a:pt x="110" y="1254231"/>
                        </a:lnTo>
                        <a:lnTo>
                          <a:pt x="0" y="1253959"/>
                        </a:lnTo>
                        <a:lnTo>
                          <a:pt x="1" y="60725"/>
                        </a:lnTo>
                        <a:lnTo>
                          <a:pt x="0" y="60722"/>
                        </a:lnTo>
                        <a:cubicBezTo>
                          <a:pt x="0" y="27186"/>
                          <a:pt x="108745" y="0"/>
                          <a:pt x="242888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 w="158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sz="1980"/>
                  </a:p>
                </p:txBody>
              </p:sp>
              <p:grpSp>
                <p:nvGrpSpPr>
                  <p:cNvPr id="163" name="Group 162">
                    <a:extLst>
                      <a:ext uri="{FF2B5EF4-FFF2-40B4-BE49-F238E27FC236}">
                        <a16:creationId xmlns:a16="http://schemas.microsoft.com/office/drawing/2014/main" id="{E885AFBE-49EE-2089-2904-BDF99ADFC1DE}"/>
                      </a:ext>
                    </a:extLst>
                  </p:cNvPr>
                  <p:cNvGrpSpPr/>
                  <p:nvPr/>
                </p:nvGrpSpPr>
                <p:grpSpPr>
                  <a:xfrm>
                    <a:off x="4900612" y="1042987"/>
                    <a:ext cx="485777" cy="1512390"/>
                    <a:chOff x="4900612" y="1042987"/>
                    <a:chExt cx="485777" cy="1512390"/>
                  </a:xfrm>
                </p:grpSpPr>
                <p:sp>
                  <p:nvSpPr>
                    <p:cNvPr id="164" name="Freeform 163">
                      <a:extLst>
                        <a:ext uri="{FF2B5EF4-FFF2-40B4-BE49-F238E27FC236}">
                          <a16:creationId xmlns:a16="http://schemas.microsoft.com/office/drawing/2014/main" id="{CE2E7343-7DE7-5AE7-E868-D7744E44C8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0612" y="1042987"/>
                      <a:ext cx="485777" cy="1512390"/>
                    </a:xfrm>
                    <a:custGeom>
                      <a:avLst/>
                      <a:gdLst>
                        <a:gd name="connsiteX0" fmla="*/ 242888 w 485777"/>
                        <a:gd name="connsiteY0" fmla="*/ 0 h 1512390"/>
                        <a:gd name="connsiteX1" fmla="*/ 242889 w 485777"/>
                        <a:gd name="connsiteY1" fmla="*/ 0 h 1512390"/>
                        <a:gd name="connsiteX2" fmla="*/ 242889 w 485777"/>
                        <a:gd name="connsiteY2" fmla="*/ 0 h 1512390"/>
                        <a:gd name="connsiteX3" fmla="*/ 485777 w 485777"/>
                        <a:gd name="connsiteY3" fmla="*/ 60722 h 1512390"/>
                        <a:gd name="connsiteX4" fmla="*/ 485776 w 485777"/>
                        <a:gd name="connsiteY4" fmla="*/ 1253959 h 1512390"/>
                        <a:gd name="connsiteX5" fmla="*/ 485668 w 485777"/>
                        <a:gd name="connsiteY5" fmla="*/ 1254227 h 1512390"/>
                        <a:gd name="connsiteX6" fmla="*/ 485777 w 485777"/>
                        <a:gd name="connsiteY6" fmla="*/ 1255369 h 1512390"/>
                        <a:gd name="connsiteX7" fmla="*/ 242889 w 485777"/>
                        <a:gd name="connsiteY7" fmla="*/ 1512390 h 1512390"/>
                        <a:gd name="connsiteX8" fmla="*/ 1 w 485777"/>
                        <a:gd name="connsiteY8" fmla="*/ 1255369 h 1512390"/>
                        <a:gd name="connsiteX9" fmla="*/ 110 w 485777"/>
                        <a:gd name="connsiteY9" fmla="*/ 1254231 h 1512390"/>
                        <a:gd name="connsiteX10" fmla="*/ 0 w 485777"/>
                        <a:gd name="connsiteY10" fmla="*/ 1253959 h 1512390"/>
                        <a:gd name="connsiteX11" fmla="*/ 1 w 485777"/>
                        <a:gd name="connsiteY11" fmla="*/ 60725 h 1512390"/>
                        <a:gd name="connsiteX12" fmla="*/ 0 w 485777"/>
                        <a:gd name="connsiteY12" fmla="*/ 60722 h 1512390"/>
                        <a:gd name="connsiteX13" fmla="*/ 242888 w 485777"/>
                        <a:gd name="connsiteY13" fmla="*/ 0 h 15123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485777" h="1512390">
                          <a:moveTo>
                            <a:pt x="242888" y="0"/>
                          </a:moveTo>
                          <a:lnTo>
                            <a:pt x="242889" y="0"/>
                          </a:lnTo>
                          <a:lnTo>
                            <a:pt x="242889" y="0"/>
                          </a:lnTo>
                          <a:cubicBezTo>
                            <a:pt x="377032" y="0"/>
                            <a:pt x="485777" y="27186"/>
                            <a:pt x="485777" y="60722"/>
                          </a:cubicBezTo>
                          <a:cubicBezTo>
                            <a:pt x="485777" y="458468"/>
                            <a:pt x="485776" y="856213"/>
                            <a:pt x="485776" y="1253959"/>
                          </a:cubicBezTo>
                          <a:lnTo>
                            <a:pt x="485668" y="1254227"/>
                          </a:lnTo>
                          <a:lnTo>
                            <a:pt x="485777" y="1255369"/>
                          </a:lnTo>
                          <a:cubicBezTo>
                            <a:pt x="485777" y="1397318"/>
                            <a:pt x="377032" y="1512390"/>
                            <a:pt x="242889" y="1512390"/>
                          </a:cubicBezTo>
                          <a:cubicBezTo>
                            <a:pt x="108746" y="1512390"/>
                            <a:pt x="1" y="1397318"/>
                            <a:pt x="1" y="1255369"/>
                          </a:cubicBezTo>
                          <a:lnTo>
                            <a:pt x="110" y="1254231"/>
                          </a:lnTo>
                          <a:lnTo>
                            <a:pt x="0" y="1253959"/>
                          </a:lnTo>
                          <a:lnTo>
                            <a:pt x="1" y="60725"/>
                          </a:lnTo>
                          <a:lnTo>
                            <a:pt x="0" y="60722"/>
                          </a:lnTo>
                          <a:cubicBezTo>
                            <a:pt x="0" y="27186"/>
                            <a:pt x="108745" y="0"/>
                            <a:pt x="242888" y="0"/>
                          </a:cubicBezTo>
                          <a:close/>
                        </a:path>
                      </a:pathLst>
                    </a:custGeom>
                    <a:noFill/>
                    <a:ln w="158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algn="ctr"/>
                      <a:endParaRPr lang="en-US" sz="1980"/>
                    </a:p>
                  </p:txBody>
                </p:sp>
                <p:sp>
                  <p:nvSpPr>
                    <p:cNvPr id="165" name="Oval 164">
                      <a:extLst>
                        <a:ext uri="{FF2B5EF4-FFF2-40B4-BE49-F238E27FC236}">
                          <a16:creationId xmlns:a16="http://schemas.microsoft.com/office/drawing/2014/main" id="{F3ED77A6-4EEE-A296-5F80-4AC1BC71F4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0612" y="1042987"/>
                      <a:ext cx="485777" cy="131472"/>
                    </a:xfrm>
                    <a:prstGeom prst="ellipse">
                      <a:avLst/>
                    </a:prstGeom>
                    <a:noFill/>
                    <a:ln w="158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166" name="Oval 165">
                      <a:extLst>
                        <a:ext uri="{FF2B5EF4-FFF2-40B4-BE49-F238E27FC236}">
                          <a16:creationId xmlns:a16="http://schemas.microsoft.com/office/drawing/2014/main" id="{DA367033-059B-B461-71A9-979751C985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0612" y="1262499"/>
                      <a:ext cx="485777" cy="131472"/>
                    </a:xfrm>
                    <a:prstGeom prst="ellipse">
                      <a:avLst/>
                    </a:prstGeom>
                    <a:noFill/>
                    <a:ln w="158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</p:grpSp>
            </p:grpSp>
            <p:grpSp>
              <p:nvGrpSpPr>
                <p:cNvPr id="137" name="Group 136">
                  <a:extLst>
                    <a:ext uri="{FF2B5EF4-FFF2-40B4-BE49-F238E27FC236}">
                      <a16:creationId xmlns:a16="http://schemas.microsoft.com/office/drawing/2014/main" id="{9B9E4491-1EC0-E330-2867-FC4D236B9FCC}"/>
                    </a:ext>
                  </a:extLst>
                </p:cNvPr>
                <p:cNvGrpSpPr/>
                <p:nvPr/>
              </p:nvGrpSpPr>
              <p:grpSpPr>
                <a:xfrm>
                  <a:off x="350862" y="1615390"/>
                  <a:ext cx="238042" cy="561885"/>
                  <a:chOff x="461789" y="737337"/>
                  <a:chExt cx="574772" cy="1337377"/>
                </a:xfrm>
              </p:grpSpPr>
              <p:grpSp>
                <p:nvGrpSpPr>
                  <p:cNvPr id="138" name="Group 137">
                    <a:extLst>
                      <a:ext uri="{FF2B5EF4-FFF2-40B4-BE49-F238E27FC236}">
                        <a16:creationId xmlns:a16="http://schemas.microsoft.com/office/drawing/2014/main" id="{3F574A84-9908-65F8-DF46-AEC1FAADA4D4}"/>
                      </a:ext>
                    </a:extLst>
                  </p:cNvPr>
                  <p:cNvGrpSpPr/>
                  <p:nvPr/>
                </p:nvGrpSpPr>
                <p:grpSpPr>
                  <a:xfrm rot="1773357">
                    <a:off x="698659" y="737337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160" name="Rounded Rectangle 159">
                      <a:extLst>
                        <a:ext uri="{FF2B5EF4-FFF2-40B4-BE49-F238E27FC236}">
                          <a16:creationId xmlns:a16="http://schemas.microsoft.com/office/drawing/2014/main" id="{D2D27436-6EE0-EF24-82E5-190E822B6D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161" name="Oval 160">
                      <a:extLst>
                        <a:ext uri="{FF2B5EF4-FFF2-40B4-BE49-F238E27FC236}">
                          <a16:creationId xmlns:a16="http://schemas.microsoft.com/office/drawing/2014/main" id="{A790FDEC-2A75-705C-D81A-B5BBC50BBC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139" name="Group 138">
                    <a:extLst>
                      <a:ext uri="{FF2B5EF4-FFF2-40B4-BE49-F238E27FC236}">
                        <a16:creationId xmlns:a16="http://schemas.microsoft.com/office/drawing/2014/main" id="{ED911258-FC22-23F0-2DB4-C26B25AA325D}"/>
                      </a:ext>
                    </a:extLst>
                  </p:cNvPr>
                  <p:cNvGrpSpPr/>
                  <p:nvPr/>
                </p:nvGrpSpPr>
                <p:grpSpPr>
                  <a:xfrm rot="9542125">
                    <a:off x="461789" y="913518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158" name="Rounded Rectangle 157">
                      <a:extLst>
                        <a:ext uri="{FF2B5EF4-FFF2-40B4-BE49-F238E27FC236}">
                          <a16:creationId xmlns:a16="http://schemas.microsoft.com/office/drawing/2014/main" id="{5207C9FC-E255-5473-68C8-BA88F263A5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159" name="Oval 158">
                      <a:extLst>
                        <a:ext uri="{FF2B5EF4-FFF2-40B4-BE49-F238E27FC236}">
                          <a16:creationId xmlns:a16="http://schemas.microsoft.com/office/drawing/2014/main" id="{7DE9FE68-559B-FAA7-29C5-3BB32FCA53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140" name="Group 139">
                    <a:extLst>
                      <a:ext uri="{FF2B5EF4-FFF2-40B4-BE49-F238E27FC236}">
                        <a16:creationId xmlns:a16="http://schemas.microsoft.com/office/drawing/2014/main" id="{640AF1A6-1994-97B0-DCE0-3DF372A1CC31}"/>
                      </a:ext>
                    </a:extLst>
                  </p:cNvPr>
                  <p:cNvGrpSpPr/>
                  <p:nvPr/>
                </p:nvGrpSpPr>
                <p:grpSpPr>
                  <a:xfrm rot="10619016">
                    <a:off x="707721" y="1071003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156" name="Rounded Rectangle 155">
                      <a:extLst>
                        <a:ext uri="{FF2B5EF4-FFF2-40B4-BE49-F238E27FC236}">
                          <a16:creationId xmlns:a16="http://schemas.microsoft.com/office/drawing/2014/main" id="{F602B411-18A8-4D08-4BE2-7BFB2E6842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157" name="Oval 156">
                      <a:extLst>
                        <a:ext uri="{FF2B5EF4-FFF2-40B4-BE49-F238E27FC236}">
                          <a16:creationId xmlns:a16="http://schemas.microsoft.com/office/drawing/2014/main" id="{35A9EB22-0DD8-D2DD-B7C2-C023904B82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141" name="Group 140">
                    <a:extLst>
                      <a:ext uri="{FF2B5EF4-FFF2-40B4-BE49-F238E27FC236}">
                        <a16:creationId xmlns:a16="http://schemas.microsoft.com/office/drawing/2014/main" id="{A1F650AC-BC8A-5A6E-DD11-2B161942F8C1}"/>
                      </a:ext>
                    </a:extLst>
                  </p:cNvPr>
                  <p:cNvGrpSpPr/>
                  <p:nvPr/>
                </p:nvGrpSpPr>
                <p:grpSpPr>
                  <a:xfrm rot="13191430">
                    <a:off x="464791" y="1229427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154" name="Rounded Rectangle 153">
                      <a:extLst>
                        <a:ext uri="{FF2B5EF4-FFF2-40B4-BE49-F238E27FC236}">
                          <a16:creationId xmlns:a16="http://schemas.microsoft.com/office/drawing/2014/main" id="{F385AC9B-D83C-2015-A5BA-2278D2A546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C461C7C8-5C52-CEB6-9494-80414BB60D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142" name="Group 141">
                    <a:extLst>
                      <a:ext uri="{FF2B5EF4-FFF2-40B4-BE49-F238E27FC236}">
                        <a16:creationId xmlns:a16="http://schemas.microsoft.com/office/drawing/2014/main" id="{0C035FF5-8E92-2FDB-563C-38FEC0D16997}"/>
                      </a:ext>
                    </a:extLst>
                  </p:cNvPr>
                  <p:cNvGrpSpPr/>
                  <p:nvPr/>
                </p:nvGrpSpPr>
                <p:grpSpPr>
                  <a:xfrm rot="18426618">
                    <a:off x="733831" y="1355211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152" name="Rounded Rectangle 151">
                      <a:extLst>
                        <a:ext uri="{FF2B5EF4-FFF2-40B4-BE49-F238E27FC236}">
                          <a16:creationId xmlns:a16="http://schemas.microsoft.com/office/drawing/2014/main" id="{0890AE16-6CA2-E65A-3448-A942716067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3DC12C6C-42CE-A0D7-7E9B-2D91A8D262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143" name="Group 142">
                    <a:extLst>
                      <a:ext uri="{FF2B5EF4-FFF2-40B4-BE49-F238E27FC236}">
                        <a16:creationId xmlns:a16="http://schemas.microsoft.com/office/drawing/2014/main" id="{41DF5702-5295-2F21-CA0A-BCF04B0D9E1E}"/>
                      </a:ext>
                    </a:extLst>
                  </p:cNvPr>
                  <p:cNvGrpSpPr/>
                  <p:nvPr/>
                </p:nvGrpSpPr>
                <p:grpSpPr>
                  <a:xfrm rot="14573433">
                    <a:off x="459535" y="1557486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150" name="Rounded Rectangle 149">
                      <a:extLst>
                        <a:ext uri="{FF2B5EF4-FFF2-40B4-BE49-F238E27FC236}">
                          <a16:creationId xmlns:a16="http://schemas.microsoft.com/office/drawing/2014/main" id="{3ECAD5BD-31DB-B0F8-F5A4-4AB425EB46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151" name="Oval 150">
                      <a:extLst>
                        <a:ext uri="{FF2B5EF4-FFF2-40B4-BE49-F238E27FC236}">
                          <a16:creationId xmlns:a16="http://schemas.microsoft.com/office/drawing/2014/main" id="{36B0D29A-7B18-2E8C-FECB-FC661EC834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144" name="Group 143">
                    <a:extLst>
                      <a:ext uri="{FF2B5EF4-FFF2-40B4-BE49-F238E27FC236}">
                        <a16:creationId xmlns:a16="http://schemas.microsoft.com/office/drawing/2014/main" id="{81802C37-D55C-AF7F-9C53-51B8664BCB9F}"/>
                      </a:ext>
                    </a:extLst>
                  </p:cNvPr>
                  <p:cNvGrpSpPr/>
                  <p:nvPr/>
                </p:nvGrpSpPr>
                <p:grpSpPr>
                  <a:xfrm rot="8575568">
                    <a:off x="730887" y="1685784"/>
                    <a:ext cx="305674" cy="180810"/>
                    <a:chOff x="7290448" y="4770125"/>
                    <a:chExt cx="1441360" cy="852584"/>
                  </a:xfrm>
                </p:grpSpPr>
                <p:sp>
                  <p:nvSpPr>
                    <p:cNvPr id="148" name="Rounded Rectangle 147">
                      <a:extLst>
                        <a:ext uri="{FF2B5EF4-FFF2-40B4-BE49-F238E27FC236}">
                          <a16:creationId xmlns:a16="http://schemas.microsoft.com/office/drawing/2014/main" id="{57FFC2F9-EA86-BB2C-BAD2-C494FBBBFA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90448" y="4770125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149" name="Oval 148">
                      <a:extLst>
                        <a:ext uri="{FF2B5EF4-FFF2-40B4-BE49-F238E27FC236}">
                          <a16:creationId xmlns:a16="http://schemas.microsoft.com/office/drawing/2014/main" id="{68E060C3-35A9-A932-2DDB-E639350818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69486" y="4937706"/>
                      <a:ext cx="488624" cy="488621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145" name="Group 144">
                    <a:extLst>
                      <a:ext uri="{FF2B5EF4-FFF2-40B4-BE49-F238E27FC236}">
                        <a16:creationId xmlns:a16="http://schemas.microsoft.com/office/drawing/2014/main" id="{B0B3BB8E-FA3F-2FA9-47FE-AC6E6BE80659}"/>
                      </a:ext>
                    </a:extLst>
                  </p:cNvPr>
                  <p:cNvGrpSpPr/>
                  <p:nvPr/>
                </p:nvGrpSpPr>
                <p:grpSpPr>
                  <a:xfrm rot="2193433">
                    <a:off x="520083" y="1893904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146" name="Rounded Rectangle 145">
                      <a:extLst>
                        <a:ext uri="{FF2B5EF4-FFF2-40B4-BE49-F238E27FC236}">
                          <a16:creationId xmlns:a16="http://schemas.microsoft.com/office/drawing/2014/main" id="{C1DCA04F-CBEA-DA90-B857-AB12578203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147" name="Oval 146">
                      <a:extLst>
                        <a:ext uri="{FF2B5EF4-FFF2-40B4-BE49-F238E27FC236}">
                          <a16:creationId xmlns:a16="http://schemas.microsoft.com/office/drawing/2014/main" id="{F8FA1A4A-D108-523C-AAC2-DBC0666310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</p:grpSp>
          </p:grp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107D3A75-592C-8081-8DF5-66AF68CFF7EE}"/>
                  </a:ext>
                </a:extLst>
              </p:cNvPr>
              <p:cNvSpPr/>
              <p:nvPr/>
            </p:nvSpPr>
            <p:spPr>
              <a:xfrm rot="21230357">
                <a:off x="1424831" y="1297855"/>
                <a:ext cx="421110" cy="581304"/>
              </a:xfrm>
              <a:prstGeom prst="arc">
                <a:avLst>
                  <a:gd name="adj1" fmla="val 14417622"/>
                  <a:gd name="adj2" fmla="val 20574076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980"/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2D6502B1-4FCC-A9D4-3DE1-61EBBC60139B}"/>
                  </a:ext>
                </a:extLst>
              </p:cNvPr>
              <p:cNvSpPr/>
              <p:nvPr/>
            </p:nvSpPr>
            <p:spPr>
              <a:xfrm rot="20585101" flipV="1">
                <a:off x="2723340" y="1447390"/>
                <a:ext cx="595086" cy="523363"/>
              </a:xfrm>
              <a:prstGeom prst="arc">
                <a:avLst>
                  <a:gd name="adj1" fmla="val 10615811"/>
                  <a:gd name="adj2" fmla="val 15725017"/>
                </a:avLst>
              </a:prstGeom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 type="none" w="med" len="lg"/>
                <a:tailEnd type="stealth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980"/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FC28B46-533E-AFCA-BDE3-6E1D1215B44F}"/>
                  </a:ext>
                </a:extLst>
              </p:cNvPr>
              <p:cNvSpPr/>
              <p:nvPr/>
            </p:nvSpPr>
            <p:spPr>
              <a:xfrm rot="21354899" flipV="1">
                <a:off x="2127861" y="1653359"/>
                <a:ext cx="308367" cy="170584"/>
              </a:xfrm>
              <a:prstGeom prst="arc">
                <a:avLst>
                  <a:gd name="adj1" fmla="val 12216911"/>
                  <a:gd name="adj2" fmla="val 21414592"/>
                </a:avLst>
              </a:prstGeom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 type="none" w="med" len="lg"/>
                <a:tailEnd type="stealth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980" dirty="0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2564D50-EFF7-2DD1-6F17-65452E95919F}"/>
                  </a:ext>
                </a:extLst>
              </p:cNvPr>
              <p:cNvGrpSpPr/>
              <p:nvPr/>
            </p:nvGrpSpPr>
            <p:grpSpPr>
              <a:xfrm>
                <a:off x="1679983" y="1535370"/>
                <a:ext cx="470953" cy="378196"/>
                <a:chOff x="12028549" y="25301258"/>
                <a:chExt cx="1137143" cy="900167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D1C8A8C2-A845-7B84-86A5-3031D8D2EED7}"/>
                    </a:ext>
                  </a:extLst>
                </p:cNvPr>
                <p:cNvGrpSpPr/>
                <p:nvPr/>
              </p:nvGrpSpPr>
              <p:grpSpPr>
                <a:xfrm>
                  <a:off x="12028549" y="25301258"/>
                  <a:ext cx="1137143" cy="900167"/>
                  <a:chOff x="13629887" y="24942956"/>
                  <a:chExt cx="1137143" cy="900167"/>
                </a:xfrm>
                <a:solidFill>
                  <a:srgbClr val="FFF1D0"/>
                </a:solidFill>
              </p:grpSpPr>
              <p:sp>
                <p:nvSpPr>
                  <p:cNvPr id="54" name="Oval 53">
                    <a:extLst>
                      <a:ext uri="{FF2B5EF4-FFF2-40B4-BE49-F238E27FC236}">
                        <a16:creationId xmlns:a16="http://schemas.microsoft.com/office/drawing/2014/main" id="{8F6EFD27-0777-16FB-4D03-C4802358B4A7}"/>
                      </a:ext>
                    </a:extLst>
                  </p:cNvPr>
                  <p:cNvSpPr/>
                  <p:nvPr/>
                </p:nvSpPr>
                <p:spPr>
                  <a:xfrm>
                    <a:off x="13629887" y="25003953"/>
                    <a:ext cx="1137143" cy="83917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5875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980"/>
                  </a:p>
                </p:txBody>
              </p:sp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D04A0018-04EC-F2F4-51D7-CCF7E7BF6D3D}"/>
                      </a:ext>
                    </a:extLst>
                  </p:cNvPr>
                  <p:cNvSpPr/>
                  <p:nvPr/>
                </p:nvSpPr>
                <p:spPr>
                  <a:xfrm>
                    <a:off x="13629887" y="24942956"/>
                    <a:ext cx="1137143" cy="83917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5875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980"/>
                  </a:p>
                </p:txBody>
              </p:sp>
            </p:grpSp>
            <p:sp>
              <p:nvSpPr>
                <p:cNvPr id="53" name="Manual Operation 52">
                  <a:extLst>
                    <a:ext uri="{FF2B5EF4-FFF2-40B4-BE49-F238E27FC236}">
                      <a16:creationId xmlns:a16="http://schemas.microsoft.com/office/drawing/2014/main" id="{806FA08E-D9AF-5AB3-ED92-814F34C4D77C}"/>
                    </a:ext>
                  </a:extLst>
                </p:cNvPr>
                <p:cNvSpPr/>
                <p:nvPr/>
              </p:nvSpPr>
              <p:spPr>
                <a:xfrm rot="10800000">
                  <a:off x="12188564" y="25407655"/>
                  <a:ext cx="788276" cy="529446"/>
                </a:xfrm>
                <a:prstGeom prst="flowChartManualOperation">
                  <a:avLst/>
                </a:prstGeom>
                <a:pattFill prst="pct30">
                  <a:fgClr>
                    <a:schemeClr val="tx1">
                      <a:lumMod val="50000"/>
                      <a:lumOff val="50000"/>
                    </a:schemeClr>
                  </a:fgClr>
                  <a:bgClr>
                    <a:schemeClr val="bg1"/>
                  </a:bgClr>
                </a:patt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/>
                </a:p>
              </p:txBody>
            </p:sp>
          </p:grpSp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595E29A5-35A4-7C4F-409D-7CDA17C86BF9}"/>
                  </a:ext>
                </a:extLst>
              </p:cNvPr>
              <p:cNvSpPr/>
              <p:nvPr/>
            </p:nvSpPr>
            <p:spPr>
              <a:xfrm rot="369643" flipH="1">
                <a:off x="1898548" y="1296223"/>
                <a:ext cx="421110" cy="581304"/>
              </a:xfrm>
              <a:prstGeom prst="arc">
                <a:avLst>
                  <a:gd name="adj1" fmla="val 16468629"/>
                  <a:gd name="adj2" fmla="val 20621072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980"/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0FE2DCF-7254-DA2A-2F8F-EAC9056A2C5F}"/>
                  </a:ext>
                </a:extLst>
              </p:cNvPr>
              <p:cNvGrpSpPr/>
              <p:nvPr/>
            </p:nvGrpSpPr>
            <p:grpSpPr>
              <a:xfrm>
                <a:off x="1785704" y="1712585"/>
                <a:ext cx="440853" cy="646944"/>
                <a:chOff x="6730633" y="26807131"/>
                <a:chExt cx="1064463" cy="1539831"/>
              </a:xfrm>
            </p:grpSpPr>
            <p:sp>
              <p:nvSpPr>
                <p:cNvPr id="42" name="Triangle 41">
                  <a:extLst>
                    <a:ext uri="{FF2B5EF4-FFF2-40B4-BE49-F238E27FC236}">
                      <a16:creationId xmlns:a16="http://schemas.microsoft.com/office/drawing/2014/main" id="{5CA56704-7F72-8171-0137-135AAAD4E019}"/>
                    </a:ext>
                  </a:extLst>
                </p:cNvPr>
                <p:cNvSpPr/>
                <p:nvPr/>
              </p:nvSpPr>
              <p:spPr>
                <a:xfrm>
                  <a:off x="6802405" y="26807131"/>
                  <a:ext cx="941083" cy="803861"/>
                </a:xfrm>
                <a:prstGeom prst="triangle">
                  <a:avLst>
                    <a:gd name="adj" fmla="val 28809"/>
                  </a:avLst>
                </a:prstGeom>
                <a:solidFill>
                  <a:schemeClr val="bg1">
                    <a:alpha val="59782"/>
                  </a:schemeClr>
                </a:solidFill>
                <a:ln w="15875">
                  <a:solidFill>
                    <a:schemeClr val="tx1">
                      <a:lumMod val="50000"/>
                      <a:lumOff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/>
                </a:p>
              </p:txBody>
            </p: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1B8D461-66C1-1508-31EA-6EBB96B88382}"/>
                    </a:ext>
                  </a:extLst>
                </p:cNvPr>
                <p:cNvGrpSpPr/>
                <p:nvPr/>
              </p:nvGrpSpPr>
              <p:grpSpPr>
                <a:xfrm>
                  <a:off x="6730633" y="27018915"/>
                  <a:ext cx="1064463" cy="1328047"/>
                  <a:chOff x="6333065" y="26460614"/>
                  <a:chExt cx="1436482" cy="1792186"/>
                </a:xfrm>
              </p:grpSpPr>
              <p:grpSp>
                <p:nvGrpSpPr>
                  <p:cNvPr id="44" name="Group 43">
                    <a:extLst>
                      <a:ext uri="{FF2B5EF4-FFF2-40B4-BE49-F238E27FC236}">
                        <a16:creationId xmlns:a16="http://schemas.microsoft.com/office/drawing/2014/main" id="{890E6734-197E-B0A5-D0EE-59CC6A2CBCE2}"/>
                      </a:ext>
                    </a:extLst>
                  </p:cNvPr>
                  <p:cNvGrpSpPr/>
                  <p:nvPr/>
                </p:nvGrpSpPr>
                <p:grpSpPr>
                  <a:xfrm>
                    <a:off x="6333065" y="27158559"/>
                    <a:ext cx="709854" cy="419888"/>
                    <a:chOff x="7196230" y="4833936"/>
                    <a:chExt cx="1441360" cy="852584"/>
                  </a:xfrm>
                </p:grpSpPr>
                <p:sp>
                  <p:nvSpPr>
                    <p:cNvPr id="50" name="Rounded Rectangle 49">
                      <a:extLst>
                        <a:ext uri="{FF2B5EF4-FFF2-40B4-BE49-F238E27FC236}">
                          <a16:creationId xmlns:a16="http://schemas.microsoft.com/office/drawing/2014/main" id="{EE8206BA-EAF1-634E-2E8B-4F463F9E5C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1587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51" name="Oval 50">
                      <a:extLst>
                        <a:ext uri="{FF2B5EF4-FFF2-40B4-BE49-F238E27FC236}">
                          <a16:creationId xmlns:a16="http://schemas.microsoft.com/office/drawing/2014/main" id="{02D096EF-779C-EE77-7CCD-0D02453226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1587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sp>
                <p:nvSpPr>
                  <p:cNvPr id="45" name="Rounded Rectangle 44">
                    <a:extLst>
                      <a:ext uri="{FF2B5EF4-FFF2-40B4-BE49-F238E27FC236}">
                        <a16:creationId xmlns:a16="http://schemas.microsoft.com/office/drawing/2014/main" id="{590096CE-0FD1-3BAB-DF37-5D0D2384E263}"/>
                      </a:ext>
                    </a:extLst>
                  </p:cNvPr>
                  <p:cNvSpPr/>
                  <p:nvPr/>
                </p:nvSpPr>
                <p:spPr>
                  <a:xfrm>
                    <a:off x="7059693" y="27150890"/>
                    <a:ext cx="709854" cy="419888"/>
                  </a:xfrm>
                  <a:prstGeom prst="roundRect">
                    <a:avLst>
                      <a:gd name="adj" fmla="val 47948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 w="15875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980" dirty="0"/>
                  </a:p>
                </p:txBody>
              </p: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9A90D2E4-FCC6-B8C0-EDC3-189A0FC4BE6C}"/>
                      </a:ext>
                    </a:extLst>
                  </p:cNvPr>
                  <p:cNvGrpSpPr/>
                  <p:nvPr/>
                </p:nvGrpSpPr>
                <p:grpSpPr>
                  <a:xfrm>
                    <a:off x="6522053" y="26460614"/>
                    <a:ext cx="1114032" cy="1792186"/>
                    <a:chOff x="8492858" y="5479187"/>
                    <a:chExt cx="2007561" cy="3229641"/>
                  </a:xfrm>
                </p:grpSpPr>
                <p:sp>
                  <p:nvSpPr>
                    <p:cNvPr id="47" name="Arc 46">
                      <a:extLst>
                        <a:ext uri="{FF2B5EF4-FFF2-40B4-BE49-F238E27FC236}">
                          <a16:creationId xmlns:a16="http://schemas.microsoft.com/office/drawing/2014/main" id="{DD173591-76FC-6F8D-9D51-28AB7400B209}"/>
                        </a:ext>
                      </a:extLst>
                    </p:cNvPr>
                    <p:cNvSpPr/>
                    <p:nvPr/>
                  </p:nvSpPr>
                  <p:spPr>
                    <a:xfrm rot="10216906">
                      <a:off x="8492858" y="5515337"/>
                      <a:ext cx="957881" cy="1819301"/>
                    </a:xfrm>
                    <a:prstGeom prst="arc">
                      <a:avLst>
                        <a:gd name="adj1" fmla="val 15215599"/>
                        <a:gd name="adj2" fmla="val 16881735"/>
                      </a:avLst>
                    </a:prstGeom>
                    <a:ln w="1587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  <p:sp>
                  <p:nvSpPr>
                    <p:cNvPr id="48" name="Arc 47">
                      <a:extLst>
                        <a:ext uri="{FF2B5EF4-FFF2-40B4-BE49-F238E27FC236}">
                          <a16:creationId xmlns:a16="http://schemas.microsoft.com/office/drawing/2014/main" id="{CD326EAC-E9D0-CD63-2297-0832CE19DAD0}"/>
                        </a:ext>
                      </a:extLst>
                    </p:cNvPr>
                    <p:cNvSpPr/>
                    <p:nvPr/>
                  </p:nvSpPr>
                  <p:spPr>
                    <a:xfrm rot="155803">
                      <a:off x="9144246" y="7040742"/>
                      <a:ext cx="719212" cy="1668086"/>
                    </a:xfrm>
                    <a:prstGeom prst="arc">
                      <a:avLst>
                        <a:gd name="adj1" fmla="val 15208521"/>
                        <a:gd name="adj2" fmla="val 17045802"/>
                      </a:avLst>
                    </a:prstGeom>
                    <a:ln w="1587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  <p:sp>
                  <p:nvSpPr>
                    <p:cNvPr id="49" name="Arc 48">
                      <a:extLst>
                        <a:ext uri="{FF2B5EF4-FFF2-40B4-BE49-F238E27FC236}">
                          <a16:creationId xmlns:a16="http://schemas.microsoft.com/office/drawing/2014/main" id="{EDEB64D6-4D68-32C3-7192-A3F5166D0CCD}"/>
                        </a:ext>
                      </a:extLst>
                    </p:cNvPr>
                    <p:cNvSpPr/>
                    <p:nvPr/>
                  </p:nvSpPr>
                  <p:spPr>
                    <a:xfrm rot="11137996">
                      <a:off x="9542538" y="5479187"/>
                      <a:ext cx="957881" cy="1819301"/>
                    </a:xfrm>
                    <a:prstGeom prst="arc">
                      <a:avLst>
                        <a:gd name="adj1" fmla="val 15287651"/>
                        <a:gd name="adj2" fmla="val 17315496"/>
                      </a:avLst>
                    </a:prstGeom>
                    <a:ln w="1587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</p:grp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40E050C-E1A0-C102-83BC-A902D182CCA1}"/>
                  </a:ext>
                </a:extLst>
              </p:cNvPr>
              <p:cNvGrpSpPr/>
              <p:nvPr/>
            </p:nvGrpSpPr>
            <p:grpSpPr>
              <a:xfrm>
                <a:off x="2377290" y="1376520"/>
                <a:ext cx="470953" cy="378196"/>
                <a:chOff x="13629887" y="24942956"/>
                <a:chExt cx="1137143" cy="900167"/>
              </a:xfrm>
              <a:solidFill>
                <a:srgbClr val="FFF1D0"/>
              </a:solidFill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836940FC-F50E-A1F3-99FB-0AE851C3D327}"/>
                    </a:ext>
                  </a:extLst>
                </p:cNvPr>
                <p:cNvSpPr/>
                <p:nvPr/>
              </p:nvSpPr>
              <p:spPr>
                <a:xfrm>
                  <a:off x="13629887" y="25003953"/>
                  <a:ext cx="1137143" cy="839170"/>
                </a:xfrm>
                <a:prstGeom prst="ellipse">
                  <a:avLst/>
                </a:prstGeom>
                <a:solidFill>
                  <a:srgbClr val="E4D1F0"/>
                </a:solidFill>
                <a:ln w="158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C021B6BC-0C02-4948-D134-B5E5CE7C0020}"/>
                    </a:ext>
                  </a:extLst>
                </p:cNvPr>
                <p:cNvSpPr/>
                <p:nvPr/>
              </p:nvSpPr>
              <p:spPr>
                <a:xfrm>
                  <a:off x="13629887" y="24942956"/>
                  <a:ext cx="1137143" cy="839170"/>
                </a:xfrm>
                <a:prstGeom prst="ellipse">
                  <a:avLst/>
                </a:prstGeom>
                <a:solidFill>
                  <a:srgbClr val="F5F2FF"/>
                </a:solidFill>
                <a:ln w="158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A0388F5-7241-5929-E785-E2C95DDA72DB}"/>
                  </a:ext>
                </a:extLst>
              </p:cNvPr>
              <p:cNvGrpSpPr/>
              <p:nvPr/>
            </p:nvGrpSpPr>
            <p:grpSpPr>
              <a:xfrm>
                <a:off x="2421199" y="1403522"/>
                <a:ext cx="386054" cy="288585"/>
                <a:chOff x="14142808" y="26337866"/>
                <a:chExt cx="932148" cy="686879"/>
              </a:xfrm>
              <a:solidFill>
                <a:schemeClr val="bg1"/>
              </a:solidFill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DCA75865-3084-BE37-BD0C-8C977DF85149}"/>
                    </a:ext>
                  </a:extLst>
                </p:cNvPr>
                <p:cNvSpPr/>
                <p:nvPr/>
              </p:nvSpPr>
              <p:spPr>
                <a:xfrm>
                  <a:off x="14303829" y="26445378"/>
                  <a:ext cx="131855" cy="89084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6C9DF1B3-C5F6-2CE1-9A55-F36C60918465}"/>
                    </a:ext>
                  </a:extLst>
                </p:cNvPr>
                <p:cNvSpPr/>
                <p:nvPr/>
              </p:nvSpPr>
              <p:spPr>
                <a:xfrm>
                  <a:off x="14142808" y="26605605"/>
                  <a:ext cx="131855" cy="89084"/>
                </a:xfrm>
                <a:prstGeom prst="ellipse">
                  <a:avLst/>
                </a:prstGeom>
                <a:solidFill>
                  <a:schemeClr val="bg1">
                    <a:alpha val="59921"/>
                  </a:schemeClr>
                </a:solidFill>
                <a:ln w="12700">
                  <a:solidFill>
                    <a:schemeClr val="accent1">
                      <a:alpha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 dirty="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2C12F6BB-0FB8-C7A4-1650-DE1A7D140638}"/>
                    </a:ext>
                  </a:extLst>
                </p:cNvPr>
                <p:cNvSpPr/>
                <p:nvPr/>
              </p:nvSpPr>
              <p:spPr>
                <a:xfrm>
                  <a:off x="14570919" y="26523876"/>
                  <a:ext cx="131855" cy="89084"/>
                </a:xfrm>
                <a:prstGeom prst="ellipse">
                  <a:avLst/>
                </a:prstGeom>
                <a:solidFill>
                  <a:schemeClr val="bg1">
                    <a:alpha val="59921"/>
                  </a:schemeClr>
                </a:solidFill>
                <a:ln w="12700">
                  <a:solidFill>
                    <a:schemeClr val="accent1">
                      <a:alpha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AA423601-6E0C-DF4A-40B6-41D4112928B1}"/>
                    </a:ext>
                  </a:extLst>
                </p:cNvPr>
                <p:cNvSpPr/>
                <p:nvPr/>
              </p:nvSpPr>
              <p:spPr>
                <a:xfrm>
                  <a:off x="14751656" y="26400836"/>
                  <a:ext cx="131855" cy="89084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E85E93A5-A5DD-12A1-E6D5-7DAAA3015CA7}"/>
                    </a:ext>
                  </a:extLst>
                </p:cNvPr>
                <p:cNvSpPr/>
                <p:nvPr/>
              </p:nvSpPr>
              <p:spPr>
                <a:xfrm>
                  <a:off x="14943101" y="26559828"/>
                  <a:ext cx="131855" cy="89084"/>
                </a:xfrm>
                <a:prstGeom prst="ellipse">
                  <a:avLst/>
                </a:prstGeom>
                <a:solidFill>
                  <a:schemeClr val="bg1">
                    <a:alpha val="59921"/>
                  </a:schemeClr>
                </a:solidFill>
                <a:ln w="12700">
                  <a:solidFill>
                    <a:schemeClr val="accent1">
                      <a:alpha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A3B30C0C-57BF-29F4-9E95-675AB60FEF61}"/>
                    </a:ext>
                  </a:extLst>
                </p:cNvPr>
                <p:cNvSpPr/>
                <p:nvPr/>
              </p:nvSpPr>
              <p:spPr>
                <a:xfrm>
                  <a:off x="14685118" y="26716391"/>
                  <a:ext cx="131855" cy="89084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AB73CEB0-96B7-E19C-8E73-35B7076B5394}"/>
                    </a:ext>
                  </a:extLst>
                </p:cNvPr>
                <p:cNvSpPr/>
                <p:nvPr/>
              </p:nvSpPr>
              <p:spPr>
                <a:xfrm>
                  <a:off x="14376131" y="26669748"/>
                  <a:ext cx="131855" cy="89084"/>
                </a:xfrm>
                <a:prstGeom prst="ellipse">
                  <a:avLst/>
                </a:prstGeom>
                <a:solidFill>
                  <a:schemeClr val="bg1">
                    <a:alpha val="59921"/>
                  </a:schemeClr>
                </a:solidFill>
                <a:ln w="12700">
                  <a:solidFill>
                    <a:schemeClr val="accent1">
                      <a:alpha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2741F1D6-F86D-9C2D-9811-5F048B09DEB0}"/>
                    </a:ext>
                  </a:extLst>
                </p:cNvPr>
                <p:cNvSpPr/>
                <p:nvPr/>
              </p:nvSpPr>
              <p:spPr>
                <a:xfrm>
                  <a:off x="14247102" y="26855171"/>
                  <a:ext cx="131855" cy="89084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1092140B-8EF5-172E-D1C9-7E36E7502748}"/>
                    </a:ext>
                  </a:extLst>
                </p:cNvPr>
                <p:cNvSpPr/>
                <p:nvPr/>
              </p:nvSpPr>
              <p:spPr>
                <a:xfrm>
                  <a:off x="14838782" y="26843397"/>
                  <a:ext cx="131855" cy="89084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BD257712-6366-76FB-36C6-14EF72FA8B84}"/>
                    </a:ext>
                  </a:extLst>
                </p:cNvPr>
                <p:cNvSpPr/>
                <p:nvPr/>
              </p:nvSpPr>
              <p:spPr>
                <a:xfrm>
                  <a:off x="14512005" y="26935661"/>
                  <a:ext cx="131855" cy="89084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05A6860D-AFAB-6ABD-E096-10EED5E67A1E}"/>
                    </a:ext>
                  </a:extLst>
                </p:cNvPr>
                <p:cNvSpPr/>
                <p:nvPr/>
              </p:nvSpPr>
              <p:spPr>
                <a:xfrm>
                  <a:off x="14477620" y="26337866"/>
                  <a:ext cx="131855" cy="89084"/>
                </a:xfrm>
                <a:prstGeom prst="ellipse">
                  <a:avLst/>
                </a:prstGeom>
                <a:solidFill>
                  <a:schemeClr val="bg1">
                    <a:alpha val="59921"/>
                  </a:schemeClr>
                </a:solidFill>
                <a:ln w="12700">
                  <a:solidFill>
                    <a:schemeClr val="accent1">
                      <a:alpha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980"/>
                </a:p>
              </p:txBody>
            </p:sp>
          </p:grp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2C9C0B68-AC1D-D684-EDE6-2978783C6DAE}"/>
                  </a:ext>
                </a:extLst>
              </p:cNvPr>
              <p:cNvSpPr/>
              <p:nvPr/>
            </p:nvSpPr>
            <p:spPr>
              <a:xfrm rot="20466641">
                <a:off x="2139168" y="1231790"/>
                <a:ext cx="133149" cy="79897"/>
              </a:xfrm>
              <a:prstGeom prst="roundRect">
                <a:avLst>
                  <a:gd name="adj" fmla="val 47948"/>
                </a:avLst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980" dirty="0"/>
              </a:p>
            </p:txBody>
          </p: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CBB52888-17D3-D833-B56A-DBF967D64E6E}"/>
                  </a:ext>
                </a:extLst>
              </p:cNvPr>
              <p:cNvGrpSpPr/>
              <p:nvPr/>
            </p:nvGrpSpPr>
            <p:grpSpPr>
              <a:xfrm>
                <a:off x="688276" y="1381696"/>
                <a:ext cx="265029" cy="841635"/>
                <a:chOff x="333736" y="1380034"/>
                <a:chExt cx="265029" cy="841635"/>
              </a:xfrm>
            </p:grpSpPr>
            <p:grpSp>
              <p:nvGrpSpPr>
                <p:cNvPr id="214" name="Group 213">
                  <a:extLst>
                    <a:ext uri="{FF2B5EF4-FFF2-40B4-BE49-F238E27FC236}">
                      <a16:creationId xmlns:a16="http://schemas.microsoft.com/office/drawing/2014/main" id="{6FB2C01C-4864-575E-B2D8-827EE9C41F18}"/>
                    </a:ext>
                  </a:extLst>
                </p:cNvPr>
                <p:cNvGrpSpPr/>
                <p:nvPr/>
              </p:nvGrpSpPr>
              <p:grpSpPr>
                <a:xfrm>
                  <a:off x="333736" y="1380034"/>
                  <a:ext cx="265029" cy="841635"/>
                  <a:chOff x="4900611" y="1042987"/>
                  <a:chExt cx="485778" cy="1512390"/>
                </a:xfrm>
              </p:grpSpPr>
              <p:sp>
                <p:nvSpPr>
                  <p:cNvPr id="240" name="Freeform 239">
                    <a:extLst>
                      <a:ext uri="{FF2B5EF4-FFF2-40B4-BE49-F238E27FC236}">
                        <a16:creationId xmlns:a16="http://schemas.microsoft.com/office/drawing/2014/main" id="{B6906BC0-7896-BCB3-C11E-EEF71B2C4819}"/>
                      </a:ext>
                    </a:extLst>
                  </p:cNvPr>
                  <p:cNvSpPr/>
                  <p:nvPr/>
                </p:nvSpPr>
                <p:spPr>
                  <a:xfrm>
                    <a:off x="4900611" y="1262499"/>
                    <a:ext cx="485777" cy="1292878"/>
                  </a:xfrm>
                  <a:custGeom>
                    <a:avLst/>
                    <a:gdLst>
                      <a:gd name="connsiteX0" fmla="*/ 242888 w 485777"/>
                      <a:gd name="connsiteY0" fmla="*/ 0 h 1512390"/>
                      <a:gd name="connsiteX1" fmla="*/ 242889 w 485777"/>
                      <a:gd name="connsiteY1" fmla="*/ 0 h 1512390"/>
                      <a:gd name="connsiteX2" fmla="*/ 242889 w 485777"/>
                      <a:gd name="connsiteY2" fmla="*/ 0 h 1512390"/>
                      <a:gd name="connsiteX3" fmla="*/ 485777 w 485777"/>
                      <a:gd name="connsiteY3" fmla="*/ 60722 h 1512390"/>
                      <a:gd name="connsiteX4" fmla="*/ 485776 w 485777"/>
                      <a:gd name="connsiteY4" fmla="*/ 1253959 h 1512390"/>
                      <a:gd name="connsiteX5" fmla="*/ 485668 w 485777"/>
                      <a:gd name="connsiteY5" fmla="*/ 1254227 h 1512390"/>
                      <a:gd name="connsiteX6" fmla="*/ 485777 w 485777"/>
                      <a:gd name="connsiteY6" fmla="*/ 1255369 h 1512390"/>
                      <a:gd name="connsiteX7" fmla="*/ 242889 w 485777"/>
                      <a:gd name="connsiteY7" fmla="*/ 1512390 h 1512390"/>
                      <a:gd name="connsiteX8" fmla="*/ 1 w 485777"/>
                      <a:gd name="connsiteY8" fmla="*/ 1255369 h 1512390"/>
                      <a:gd name="connsiteX9" fmla="*/ 110 w 485777"/>
                      <a:gd name="connsiteY9" fmla="*/ 1254231 h 1512390"/>
                      <a:gd name="connsiteX10" fmla="*/ 0 w 485777"/>
                      <a:gd name="connsiteY10" fmla="*/ 1253959 h 1512390"/>
                      <a:gd name="connsiteX11" fmla="*/ 1 w 485777"/>
                      <a:gd name="connsiteY11" fmla="*/ 60725 h 1512390"/>
                      <a:gd name="connsiteX12" fmla="*/ 0 w 485777"/>
                      <a:gd name="connsiteY12" fmla="*/ 60722 h 1512390"/>
                      <a:gd name="connsiteX13" fmla="*/ 242888 w 485777"/>
                      <a:gd name="connsiteY13" fmla="*/ 0 h 15123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485777" h="1512390">
                        <a:moveTo>
                          <a:pt x="242888" y="0"/>
                        </a:moveTo>
                        <a:lnTo>
                          <a:pt x="242889" y="0"/>
                        </a:lnTo>
                        <a:lnTo>
                          <a:pt x="242889" y="0"/>
                        </a:lnTo>
                        <a:cubicBezTo>
                          <a:pt x="377032" y="0"/>
                          <a:pt x="485777" y="27186"/>
                          <a:pt x="485777" y="60722"/>
                        </a:cubicBezTo>
                        <a:cubicBezTo>
                          <a:pt x="485777" y="458468"/>
                          <a:pt x="485776" y="856213"/>
                          <a:pt x="485776" y="1253959"/>
                        </a:cubicBezTo>
                        <a:lnTo>
                          <a:pt x="485668" y="1254227"/>
                        </a:lnTo>
                        <a:lnTo>
                          <a:pt x="485777" y="1255369"/>
                        </a:lnTo>
                        <a:cubicBezTo>
                          <a:pt x="485777" y="1397318"/>
                          <a:pt x="377032" y="1512390"/>
                          <a:pt x="242889" y="1512390"/>
                        </a:cubicBezTo>
                        <a:cubicBezTo>
                          <a:pt x="108746" y="1512390"/>
                          <a:pt x="1" y="1397318"/>
                          <a:pt x="1" y="1255369"/>
                        </a:cubicBezTo>
                        <a:lnTo>
                          <a:pt x="110" y="1254231"/>
                        </a:lnTo>
                        <a:lnTo>
                          <a:pt x="0" y="1253959"/>
                        </a:lnTo>
                        <a:lnTo>
                          <a:pt x="1" y="60725"/>
                        </a:lnTo>
                        <a:lnTo>
                          <a:pt x="0" y="60722"/>
                        </a:lnTo>
                        <a:cubicBezTo>
                          <a:pt x="0" y="27186"/>
                          <a:pt x="108745" y="0"/>
                          <a:pt x="242888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 w="158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sz="1980"/>
                  </a:p>
                </p:txBody>
              </p:sp>
              <p:grpSp>
                <p:nvGrpSpPr>
                  <p:cNvPr id="241" name="Group 240">
                    <a:extLst>
                      <a:ext uri="{FF2B5EF4-FFF2-40B4-BE49-F238E27FC236}">
                        <a16:creationId xmlns:a16="http://schemas.microsoft.com/office/drawing/2014/main" id="{6AF98B69-5872-5BEC-9F02-AA6E5B265B44}"/>
                      </a:ext>
                    </a:extLst>
                  </p:cNvPr>
                  <p:cNvGrpSpPr/>
                  <p:nvPr/>
                </p:nvGrpSpPr>
                <p:grpSpPr>
                  <a:xfrm>
                    <a:off x="4900612" y="1042987"/>
                    <a:ext cx="485777" cy="1512390"/>
                    <a:chOff x="4900612" y="1042987"/>
                    <a:chExt cx="485777" cy="1512390"/>
                  </a:xfrm>
                </p:grpSpPr>
                <p:sp>
                  <p:nvSpPr>
                    <p:cNvPr id="242" name="Freeform 241">
                      <a:extLst>
                        <a:ext uri="{FF2B5EF4-FFF2-40B4-BE49-F238E27FC236}">
                          <a16:creationId xmlns:a16="http://schemas.microsoft.com/office/drawing/2014/main" id="{DEB70824-DD6A-2723-9159-F7EAE651FD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0612" y="1042987"/>
                      <a:ext cx="485777" cy="1512390"/>
                    </a:xfrm>
                    <a:custGeom>
                      <a:avLst/>
                      <a:gdLst>
                        <a:gd name="connsiteX0" fmla="*/ 242888 w 485777"/>
                        <a:gd name="connsiteY0" fmla="*/ 0 h 1512390"/>
                        <a:gd name="connsiteX1" fmla="*/ 242889 w 485777"/>
                        <a:gd name="connsiteY1" fmla="*/ 0 h 1512390"/>
                        <a:gd name="connsiteX2" fmla="*/ 242889 w 485777"/>
                        <a:gd name="connsiteY2" fmla="*/ 0 h 1512390"/>
                        <a:gd name="connsiteX3" fmla="*/ 485777 w 485777"/>
                        <a:gd name="connsiteY3" fmla="*/ 60722 h 1512390"/>
                        <a:gd name="connsiteX4" fmla="*/ 485776 w 485777"/>
                        <a:gd name="connsiteY4" fmla="*/ 1253959 h 1512390"/>
                        <a:gd name="connsiteX5" fmla="*/ 485668 w 485777"/>
                        <a:gd name="connsiteY5" fmla="*/ 1254227 h 1512390"/>
                        <a:gd name="connsiteX6" fmla="*/ 485777 w 485777"/>
                        <a:gd name="connsiteY6" fmla="*/ 1255369 h 1512390"/>
                        <a:gd name="connsiteX7" fmla="*/ 242889 w 485777"/>
                        <a:gd name="connsiteY7" fmla="*/ 1512390 h 1512390"/>
                        <a:gd name="connsiteX8" fmla="*/ 1 w 485777"/>
                        <a:gd name="connsiteY8" fmla="*/ 1255369 h 1512390"/>
                        <a:gd name="connsiteX9" fmla="*/ 110 w 485777"/>
                        <a:gd name="connsiteY9" fmla="*/ 1254231 h 1512390"/>
                        <a:gd name="connsiteX10" fmla="*/ 0 w 485777"/>
                        <a:gd name="connsiteY10" fmla="*/ 1253959 h 1512390"/>
                        <a:gd name="connsiteX11" fmla="*/ 1 w 485777"/>
                        <a:gd name="connsiteY11" fmla="*/ 60725 h 1512390"/>
                        <a:gd name="connsiteX12" fmla="*/ 0 w 485777"/>
                        <a:gd name="connsiteY12" fmla="*/ 60722 h 1512390"/>
                        <a:gd name="connsiteX13" fmla="*/ 242888 w 485777"/>
                        <a:gd name="connsiteY13" fmla="*/ 0 h 15123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485777" h="1512390">
                          <a:moveTo>
                            <a:pt x="242888" y="0"/>
                          </a:moveTo>
                          <a:lnTo>
                            <a:pt x="242889" y="0"/>
                          </a:lnTo>
                          <a:lnTo>
                            <a:pt x="242889" y="0"/>
                          </a:lnTo>
                          <a:cubicBezTo>
                            <a:pt x="377032" y="0"/>
                            <a:pt x="485777" y="27186"/>
                            <a:pt x="485777" y="60722"/>
                          </a:cubicBezTo>
                          <a:cubicBezTo>
                            <a:pt x="485777" y="458468"/>
                            <a:pt x="485776" y="856213"/>
                            <a:pt x="485776" y="1253959"/>
                          </a:cubicBezTo>
                          <a:lnTo>
                            <a:pt x="485668" y="1254227"/>
                          </a:lnTo>
                          <a:lnTo>
                            <a:pt x="485777" y="1255369"/>
                          </a:lnTo>
                          <a:cubicBezTo>
                            <a:pt x="485777" y="1397318"/>
                            <a:pt x="377032" y="1512390"/>
                            <a:pt x="242889" y="1512390"/>
                          </a:cubicBezTo>
                          <a:cubicBezTo>
                            <a:pt x="108746" y="1512390"/>
                            <a:pt x="1" y="1397318"/>
                            <a:pt x="1" y="1255369"/>
                          </a:cubicBezTo>
                          <a:lnTo>
                            <a:pt x="110" y="1254231"/>
                          </a:lnTo>
                          <a:lnTo>
                            <a:pt x="0" y="1253959"/>
                          </a:lnTo>
                          <a:lnTo>
                            <a:pt x="1" y="60725"/>
                          </a:lnTo>
                          <a:lnTo>
                            <a:pt x="0" y="60722"/>
                          </a:lnTo>
                          <a:cubicBezTo>
                            <a:pt x="0" y="27186"/>
                            <a:pt x="108745" y="0"/>
                            <a:pt x="242888" y="0"/>
                          </a:cubicBezTo>
                          <a:close/>
                        </a:path>
                      </a:pathLst>
                    </a:custGeom>
                    <a:noFill/>
                    <a:ln w="158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algn="ctr"/>
                      <a:endParaRPr lang="en-US" sz="1980"/>
                    </a:p>
                  </p:txBody>
                </p:sp>
                <p:sp>
                  <p:nvSpPr>
                    <p:cNvPr id="243" name="Oval 242">
                      <a:extLst>
                        <a:ext uri="{FF2B5EF4-FFF2-40B4-BE49-F238E27FC236}">
                          <a16:creationId xmlns:a16="http://schemas.microsoft.com/office/drawing/2014/main" id="{B54E22E9-5E80-F519-4D20-51944BE379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0612" y="1042987"/>
                      <a:ext cx="485777" cy="131472"/>
                    </a:xfrm>
                    <a:prstGeom prst="ellipse">
                      <a:avLst/>
                    </a:prstGeom>
                    <a:noFill/>
                    <a:ln w="158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244" name="Oval 243">
                      <a:extLst>
                        <a:ext uri="{FF2B5EF4-FFF2-40B4-BE49-F238E27FC236}">
                          <a16:creationId xmlns:a16="http://schemas.microsoft.com/office/drawing/2014/main" id="{54718638-6E81-96EA-1B56-6A257D58F9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0612" y="1262499"/>
                      <a:ext cx="485777" cy="131472"/>
                    </a:xfrm>
                    <a:prstGeom prst="ellipse">
                      <a:avLst/>
                    </a:prstGeom>
                    <a:noFill/>
                    <a:ln w="158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</p:grpSp>
            </p:grpSp>
            <p:grpSp>
              <p:nvGrpSpPr>
                <p:cNvPr id="215" name="Group 214">
                  <a:extLst>
                    <a:ext uri="{FF2B5EF4-FFF2-40B4-BE49-F238E27FC236}">
                      <a16:creationId xmlns:a16="http://schemas.microsoft.com/office/drawing/2014/main" id="{10D82C4E-4A47-4671-AD90-431AB2DE7480}"/>
                    </a:ext>
                  </a:extLst>
                </p:cNvPr>
                <p:cNvGrpSpPr/>
                <p:nvPr/>
              </p:nvGrpSpPr>
              <p:grpSpPr>
                <a:xfrm>
                  <a:off x="352106" y="1615390"/>
                  <a:ext cx="227206" cy="561885"/>
                  <a:chOff x="464791" y="737337"/>
                  <a:chExt cx="548604" cy="1337377"/>
                </a:xfrm>
              </p:grpSpPr>
              <p:grpSp>
                <p:nvGrpSpPr>
                  <p:cNvPr id="216" name="Group 215">
                    <a:extLst>
                      <a:ext uri="{FF2B5EF4-FFF2-40B4-BE49-F238E27FC236}">
                        <a16:creationId xmlns:a16="http://schemas.microsoft.com/office/drawing/2014/main" id="{D9609BB6-B66B-027A-CF02-547E8A231F3F}"/>
                      </a:ext>
                    </a:extLst>
                  </p:cNvPr>
                  <p:cNvGrpSpPr/>
                  <p:nvPr/>
                </p:nvGrpSpPr>
                <p:grpSpPr>
                  <a:xfrm rot="1773357">
                    <a:off x="698659" y="737337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38" name="Rounded Rectangle 237">
                      <a:extLst>
                        <a:ext uri="{FF2B5EF4-FFF2-40B4-BE49-F238E27FC236}">
                          <a16:creationId xmlns:a16="http://schemas.microsoft.com/office/drawing/2014/main" id="{DB525D46-A2D8-8E66-9835-AEF79781C9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39" name="Oval 238">
                      <a:extLst>
                        <a:ext uri="{FF2B5EF4-FFF2-40B4-BE49-F238E27FC236}">
                          <a16:creationId xmlns:a16="http://schemas.microsoft.com/office/drawing/2014/main" id="{21113944-98F3-5678-BD62-DA3A5A3E0D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18" name="Group 217">
                    <a:extLst>
                      <a:ext uri="{FF2B5EF4-FFF2-40B4-BE49-F238E27FC236}">
                        <a16:creationId xmlns:a16="http://schemas.microsoft.com/office/drawing/2014/main" id="{CA01F10E-2CA7-8E2E-208C-3D4877610957}"/>
                      </a:ext>
                    </a:extLst>
                  </p:cNvPr>
                  <p:cNvGrpSpPr/>
                  <p:nvPr/>
                </p:nvGrpSpPr>
                <p:grpSpPr>
                  <a:xfrm rot="10619016">
                    <a:off x="707721" y="1071003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34" name="Rounded Rectangle 233">
                      <a:extLst>
                        <a:ext uri="{FF2B5EF4-FFF2-40B4-BE49-F238E27FC236}">
                          <a16:creationId xmlns:a16="http://schemas.microsoft.com/office/drawing/2014/main" id="{79CEDFD5-B96B-59BE-2BDA-91FFD70665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35" name="Oval 234">
                      <a:extLst>
                        <a:ext uri="{FF2B5EF4-FFF2-40B4-BE49-F238E27FC236}">
                          <a16:creationId xmlns:a16="http://schemas.microsoft.com/office/drawing/2014/main" id="{F77ED1BF-CD1A-ACAF-DC29-2A78E7EA9A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19" name="Group 218">
                    <a:extLst>
                      <a:ext uri="{FF2B5EF4-FFF2-40B4-BE49-F238E27FC236}">
                        <a16:creationId xmlns:a16="http://schemas.microsoft.com/office/drawing/2014/main" id="{A5C8D0E9-B3AA-5F6F-4A5E-A1C98CF8251E}"/>
                      </a:ext>
                    </a:extLst>
                  </p:cNvPr>
                  <p:cNvGrpSpPr/>
                  <p:nvPr/>
                </p:nvGrpSpPr>
                <p:grpSpPr>
                  <a:xfrm rot="13191430">
                    <a:off x="464791" y="1229427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32" name="Rounded Rectangle 231">
                      <a:extLst>
                        <a:ext uri="{FF2B5EF4-FFF2-40B4-BE49-F238E27FC236}">
                          <a16:creationId xmlns:a16="http://schemas.microsoft.com/office/drawing/2014/main" id="{5C3885EF-F9AD-E1B9-400D-F8A3833479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33" name="Oval 232">
                      <a:extLst>
                        <a:ext uri="{FF2B5EF4-FFF2-40B4-BE49-F238E27FC236}">
                          <a16:creationId xmlns:a16="http://schemas.microsoft.com/office/drawing/2014/main" id="{12BBAD7F-AD28-BB19-746D-72D3C4EC46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23" name="Group 222">
                    <a:extLst>
                      <a:ext uri="{FF2B5EF4-FFF2-40B4-BE49-F238E27FC236}">
                        <a16:creationId xmlns:a16="http://schemas.microsoft.com/office/drawing/2014/main" id="{079F71E6-30F7-F9BE-005A-7E9478F0DEDC}"/>
                      </a:ext>
                    </a:extLst>
                  </p:cNvPr>
                  <p:cNvGrpSpPr/>
                  <p:nvPr/>
                </p:nvGrpSpPr>
                <p:grpSpPr>
                  <a:xfrm rot="2193433">
                    <a:off x="520083" y="1893904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24" name="Rounded Rectangle 223">
                      <a:extLst>
                        <a:ext uri="{FF2B5EF4-FFF2-40B4-BE49-F238E27FC236}">
                          <a16:creationId xmlns:a16="http://schemas.microsoft.com/office/drawing/2014/main" id="{277ED8D0-3B59-B9BD-C76C-7A725CF8D7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25" name="Oval 224">
                      <a:extLst>
                        <a:ext uri="{FF2B5EF4-FFF2-40B4-BE49-F238E27FC236}">
                          <a16:creationId xmlns:a16="http://schemas.microsoft.com/office/drawing/2014/main" id="{B32C4F4E-5ED1-DC5D-6460-79B1C1E706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</p:grpSp>
          </p:grp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0C1B1939-CC5F-BE99-2783-DC4771DDC120}"/>
                  </a:ext>
                </a:extLst>
              </p:cNvPr>
              <p:cNvGrpSpPr/>
              <p:nvPr/>
            </p:nvGrpSpPr>
            <p:grpSpPr>
              <a:xfrm>
                <a:off x="1207041" y="1382993"/>
                <a:ext cx="265029" cy="841635"/>
                <a:chOff x="333736" y="1380034"/>
                <a:chExt cx="265029" cy="841635"/>
              </a:xfrm>
            </p:grpSpPr>
            <p:grpSp>
              <p:nvGrpSpPr>
                <p:cNvPr id="246" name="Group 245">
                  <a:extLst>
                    <a:ext uri="{FF2B5EF4-FFF2-40B4-BE49-F238E27FC236}">
                      <a16:creationId xmlns:a16="http://schemas.microsoft.com/office/drawing/2014/main" id="{6D064307-4A39-B1A1-FEE9-BE8D0937CD9F}"/>
                    </a:ext>
                  </a:extLst>
                </p:cNvPr>
                <p:cNvGrpSpPr/>
                <p:nvPr/>
              </p:nvGrpSpPr>
              <p:grpSpPr>
                <a:xfrm>
                  <a:off x="333736" y="1380034"/>
                  <a:ext cx="265029" cy="841635"/>
                  <a:chOff x="4900611" y="1042987"/>
                  <a:chExt cx="485778" cy="1512390"/>
                </a:xfrm>
              </p:grpSpPr>
              <p:sp>
                <p:nvSpPr>
                  <p:cNvPr id="272" name="Freeform 271">
                    <a:extLst>
                      <a:ext uri="{FF2B5EF4-FFF2-40B4-BE49-F238E27FC236}">
                        <a16:creationId xmlns:a16="http://schemas.microsoft.com/office/drawing/2014/main" id="{227FC24B-33E6-DFD9-88CE-AE9AFBF87811}"/>
                      </a:ext>
                    </a:extLst>
                  </p:cNvPr>
                  <p:cNvSpPr/>
                  <p:nvPr/>
                </p:nvSpPr>
                <p:spPr>
                  <a:xfrm>
                    <a:off x="4900611" y="1262499"/>
                    <a:ext cx="485777" cy="1292878"/>
                  </a:xfrm>
                  <a:custGeom>
                    <a:avLst/>
                    <a:gdLst>
                      <a:gd name="connsiteX0" fmla="*/ 242888 w 485777"/>
                      <a:gd name="connsiteY0" fmla="*/ 0 h 1512390"/>
                      <a:gd name="connsiteX1" fmla="*/ 242889 w 485777"/>
                      <a:gd name="connsiteY1" fmla="*/ 0 h 1512390"/>
                      <a:gd name="connsiteX2" fmla="*/ 242889 w 485777"/>
                      <a:gd name="connsiteY2" fmla="*/ 0 h 1512390"/>
                      <a:gd name="connsiteX3" fmla="*/ 485777 w 485777"/>
                      <a:gd name="connsiteY3" fmla="*/ 60722 h 1512390"/>
                      <a:gd name="connsiteX4" fmla="*/ 485776 w 485777"/>
                      <a:gd name="connsiteY4" fmla="*/ 1253959 h 1512390"/>
                      <a:gd name="connsiteX5" fmla="*/ 485668 w 485777"/>
                      <a:gd name="connsiteY5" fmla="*/ 1254227 h 1512390"/>
                      <a:gd name="connsiteX6" fmla="*/ 485777 w 485777"/>
                      <a:gd name="connsiteY6" fmla="*/ 1255369 h 1512390"/>
                      <a:gd name="connsiteX7" fmla="*/ 242889 w 485777"/>
                      <a:gd name="connsiteY7" fmla="*/ 1512390 h 1512390"/>
                      <a:gd name="connsiteX8" fmla="*/ 1 w 485777"/>
                      <a:gd name="connsiteY8" fmla="*/ 1255369 h 1512390"/>
                      <a:gd name="connsiteX9" fmla="*/ 110 w 485777"/>
                      <a:gd name="connsiteY9" fmla="*/ 1254231 h 1512390"/>
                      <a:gd name="connsiteX10" fmla="*/ 0 w 485777"/>
                      <a:gd name="connsiteY10" fmla="*/ 1253959 h 1512390"/>
                      <a:gd name="connsiteX11" fmla="*/ 1 w 485777"/>
                      <a:gd name="connsiteY11" fmla="*/ 60725 h 1512390"/>
                      <a:gd name="connsiteX12" fmla="*/ 0 w 485777"/>
                      <a:gd name="connsiteY12" fmla="*/ 60722 h 1512390"/>
                      <a:gd name="connsiteX13" fmla="*/ 242888 w 485777"/>
                      <a:gd name="connsiteY13" fmla="*/ 0 h 15123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485777" h="1512390">
                        <a:moveTo>
                          <a:pt x="242888" y="0"/>
                        </a:moveTo>
                        <a:lnTo>
                          <a:pt x="242889" y="0"/>
                        </a:lnTo>
                        <a:lnTo>
                          <a:pt x="242889" y="0"/>
                        </a:lnTo>
                        <a:cubicBezTo>
                          <a:pt x="377032" y="0"/>
                          <a:pt x="485777" y="27186"/>
                          <a:pt x="485777" y="60722"/>
                        </a:cubicBezTo>
                        <a:cubicBezTo>
                          <a:pt x="485777" y="458468"/>
                          <a:pt x="485776" y="856213"/>
                          <a:pt x="485776" y="1253959"/>
                        </a:cubicBezTo>
                        <a:lnTo>
                          <a:pt x="485668" y="1254227"/>
                        </a:lnTo>
                        <a:lnTo>
                          <a:pt x="485777" y="1255369"/>
                        </a:lnTo>
                        <a:cubicBezTo>
                          <a:pt x="485777" y="1397318"/>
                          <a:pt x="377032" y="1512390"/>
                          <a:pt x="242889" y="1512390"/>
                        </a:cubicBezTo>
                        <a:cubicBezTo>
                          <a:pt x="108746" y="1512390"/>
                          <a:pt x="1" y="1397318"/>
                          <a:pt x="1" y="1255369"/>
                        </a:cubicBezTo>
                        <a:lnTo>
                          <a:pt x="110" y="1254231"/>
                        </a:lnTo>
                        <a:lnTo>
                          <a:pt x="0" y="1253959"/>
                        </a:lnTo>
                        <a:lnTo>
                          <a:pt x="1" y="60725"/>
                        </a:lnTo>
                        <a:lnTo>
                          <a:pt x="0" y="60722"/>
                        </a:lnTo>
                        <a:cubicBezTo>
                          <a:pt x="0" y="27186"/>
                          <a:pt x="108745" y="0"/>
                          <a:pt x="242888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 w="158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sz="1980"/>
                  </a:p>
                </p:txBody>
              </p:sp>
              <p:grpSp>
                <p:nvGrpSpPr>
                  <p:cNvPr id="273" name="Group 272">
                    <a:extLst>
                      <a:ext uri="{FF2B5EF4-FFF2-40B4-BE49-F238E27FC236}">
                        <a16:creationId xmlns:a16="http://schemas.microsoft.com/office/drawing/2014/main" id="{192D349E-970D-625B-3714-C9EFC7BF26C0}"/>
                      </a:ext>
                    </a:extLst>
                  </p:cNvPr>
                  <p:cNvGrpSpPr/>
                  <p:nvPr/>
                </p:nvGrpSpPr>
                <p:grpSpPr>
                  <a:xfrm>
                    <a:off x="4900612" y="1042987"/>
                    <a:ext cx="485777" cy="1512390"/>
                    <a:chOff x="4900612" y="1042987"/>
                    <a:chExt cx="485777" cy="1512390"/>
                  </a:xfrm>
                </p:grpSpPr>
                <p:sp>
                  <p:nvSpPr>
                    <p:cNvPr id="274" name="Freeform 273">
                      <a:extLst>
                        <a:ext uri="{FF2B5EF4-FFF2-40B4-BE49-F238E27FC236}">
                          <a16:creationId xmlns:a16="http://schemas.microsoft.com/office/drawing/2014/main" id="{123BED09-65E7-AFA5-1704-A272D36A5A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0612" y="1042987"/>
                      <a:ext cx="485777" cy="1512390"/>
                    </a:xfrm>
                    <a:custGeom>
                      <a:avLst/>
                      <a:gdLst>
                        <a:gd name="connsiteX0" fmla="*/ 242888 w 485777"/>
                        <a:gd name="connsiteY0" fmla="*/ 0 h 1512390"/>
                        <a:gd name="connsiteX1" fmla="*/ 242889 w 485777"/>
                        <a:gd name="connsiteY1" fmla="*/ 0 h 1512390"/>
                        <a:gd name="connsiteX2" fmla="*/ 242889 w 485777"/>
                        <a:gd name="connsiteY2" fmla="*/ 0 h 1512390"/>
                        <a:gd name="connsiteX3" fmla="*/ 485777 w 485777"/>
                        <a:gd name="connsiteY3" fmla="*/ 60722 h 1512390"/>
                        <a:gd name="connsiteX4" fmla="*/ 485776 w 485777"/>
                        <a:gd name="connsiteY4" fmla="*/ 1253959 h 1512390"/>
                        <a:gd name="connsiteX5" fmla="*/ 485668 w 485777"/>
                        <a:gd name="connsiteY5" fmla="*/ 1254227 h 1512390"/>
                        <a:gd name="connsiteX6" fmla="*/ 485777 w 485777"/>
                        <a:gd name="connsiteY6" fmla="*/ 1255369 h 1512390"/>
                        <a:gd name="connsiteX7" fmla="*/ 242889 w 485777"/>
                        <a:gd name="connsiteY7" fmla="*/ 1512390 h 1512390"/>
                        <a:gd name="connsiteX8" fmla="*/ 1 w 485777"/>
                        <a:gd name="connsiteY8" fmla="*/ 1255369 h 1512390"/>
                        <a:gd name="connsiteX9" fmla="*/ 110 w 485777"/>
                        <a:gd name="connsiteY9" fmla="*/ 1254231 h 1512390"/>
                        <a:gd name="connsiteX10" fmla="*/ 0 w 485777"/>
                        <a:gd name="connsiteY10" fmla="*/ 1253959 h 1512390"/>
                        <a:gd name="connsiteX11" fmla="*/ 1 w 485777"/>
                        <a:gd name="connsiteY11" fmla="*/ 60725 h 1512390"/>
                        <a:gd name="connsiteX12" fmla="*/ 0 w 485777"/>
                        <a:gd name="connsiteY12" fmla="*/ 60722 h 1512390"/>
                        <a:gd name="connsiteX13" fmla="*/ 242888 w 485777"/>
                        <a:gd name="connsiteY13" fmla="*/ 0 h 15123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485777" h="1512390">
                          <a:moveTo>
                            <a:pt x="242888" y="0"/>
                          </a:moveTo>
                          <a:lnTo>
                            <a:pt x="242889" y="0"/>
                          </a:lnTo>
                          <a:lnTo>
                            <a:pt x="242889" y="0"/>
                          </a:lnTo>
                          <a:cubicBezTo>
                            <a:pt x="377032" y="0"/>
                            <a:pt x="485777" y="27186"/>
                            <a:pt x="485777" y="60722"/>
                          </a:cubicBezTo>
                          <a:cubicBezTo>
                            <a:pt x="485777" y="458468"/>
                            <a:pt x="485776" y="856213"/>
                            <a:pt x="485776" y="1253959"/>
                          </a:cubicBezTo>
                          <a:lnTo>
                            <a:pt x="485668" y="1254227"/>
                          </a:lnTo>
                          <a:lnTo>
                            <a:pt x="485777" y="1255369"/>
                          </a:lnTo>
                          <a:cubicBezTo>
                            <a:pt x="485777" y="1397318"/>
                            <a:pt x="377032" y="1512390"/>
                            <a:pt x="242889" y="1512390"/>
                          </a:cubicBezTo>
                          <a:cubicBezTo>
                            <a:pt x="108746" y="1512390"/>
                            <a:pt x="1" y="1397318"/>
                            <a:pt x="1" y="1255369"/>
                          </a:cubicBezTo>
                          <a:lnTo>
                            <a:pt x="110" y="1254231"/>
                          </a:lnTo>
                          <a:lnTo>
                            <a:pt x="0" y="1253959"/>
                          </a:lnTo>
                          <a:lnTo>
                            <a:pt x="1" y="60725"/>
                          </a:lnTo>
                          <a:lnTo>
                            <a:pt x="0" y="60722"/>
                          </a:lnTo>
                          <a:cubicBezTo>
                            <a:pt x="0" y="27186"/>
                            <a:pt x="108745" y="0"/>
                            <a:pt x="242888" y="0"/>
                          </a:cubicBezTo>
                          <a:close/>
                        </a:path>
                      </a:pathLst>
                    </a:custGeom>
                    <a:noFill/>
                    <a:ln w="158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algn="ctr"/>
                      <a:endParaRPr lang="en-US" sz="1980"/>
                    </a:p>
                  </p:txBody>
                </p:sp>
                <p:sp>
                  <p:nvSpPr>
                    <p:cNvPr id="275" name="Oval 274">
                      <a:extLst>
                        <a:ext uri="{FF2B5EF4-FFF2-40B4-BE49-F238E27FC236}">
                          <a16:creationId xmlns:a16="http://schemas.microsoft.com/office/drawing/2014/main" id="{39A0D865-F8E0-034B-7AD7-5A5DAE3942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0612" y="1042987"/>
                      <a:ext cx="485777" cy="131472"/>
                    </a:xfrm>
                    <a:prstGeom prst="ellipse">
                      <a:avLst/>
                    </a:prstGeom>
                    <a:noFill/>
                    <a:ln w="158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276" name="Oval 275">
                      <a:extLst>
                        <a:ext uri="{FF2B5EF4-FFF2-40B4-BE49-F238E27FC236}">
                          <a16:creationId xmlns:a16="http://schemas.microsoft.com/office/drawing/2014/main" id="{2E8914D7-93C7-77C7-5417-701EA963A4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0612" y="1262499"/>
                      <a:ext cx="485777" cy="131472"/>
                    </a:xfrm>
                    <a:prstGeom prst="ellipse">
                      <a:avLst/>
                    </a:prstGeom>
                    <a:noFill/>
                    <a:ln w="158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</p:grpSp>
            </p:grpSp>
            <p:grpSp>
              <p:nvGrpSpPr>
                <p:cNvPr id="247" name="Group 246">
                  <a:extLst>
                    <a:ext uri="{FF2B5EF4-FFF2-40B4-BE49-F238E27FC236}">
                      <a16:creationId xmlns:a16="http://schemas.microsoft.com/office/drawing/2014/main" id="{40D824AE-1FDE-23F9-9D17-C61DA8AEB21E}"/>
                    </a:ext>
                  </a:extLst>
                </p:cNvPr>
                <p:cNvGrpSpPr/>
                <p:nvPr/>
              </p:nvGrpSpPr>
              <p:grpSpPr>
                <a:xfrm>
                  <a:off x="350862" y="1615390"/>
                  <a:ext cx="238042" cy="561885"/>
                  <a:chOff x="461789" y="737337"/>
                  <a:chExt cx="574772" cy="1337377"/>
                </a:xfrm>
              </p:grpSpPr>
              <p:grpSp>
                <p:nvGrpSpPr>
                  <p:cNvPr id="248" name="Group 247">
                    <a:extLst>
                      <a:ext uri="{FF2B5EF4-FFF2-40B4-BE49-F238E27FC236}">
                        <a16:creationId xmlns:a16="http://schemas.microsoft.com/office/drawing/2014/main" id="{0D9C21D6-E7CF-06DD-6596-BB81D315CED2}"/>
                      </a:ext>
                    </a:extLst>
                  </p:cNvPr>
                  <p:cNvGrpSpPr/>
                  <p:nvPr/>
                </p:nvGrpSpPr>
                <p:grpSpPr>
                  <a:xfrm rot="1773357">
                    <a:off x="698659" y="737337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70" name="Rounded Rectangle 269">
                      <a:extLst>
                        <a:ext uri="{FF2B5EF4-FFF2-40B4-BE49-F238E27FC236}">
                          <a16:creationId xmlns:a16="http://schemas.microsoft.com/office/drawing/2014/main" id="{9C2D4E25-4CBA-65C5-CFF9-F328609BB1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71" name="Oval 270">
                      <a:extLst>
                        <a:ext uri="{FF2B5EF4-FFF2-40B4-BE49-F238E27FC236}">
                          <a16:creationId xmlns:a16="http://schemas.microsoft.com/office/drawing/2014/main" id="{BD20B337-0C00-8EA9-18F5-0623B2DB64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49" name="Group 248">
                    <a:extLst>
                      <a:ext uri="{FF2B5EF4-FFF2-40B4-BE49-F238E27FC236}">
                        <a16:creationId xmlns:a16="http://schemas.microsoft.com/office/drawing/2014/main" id="{6D09AB52-8314-3395-B9D5-B03805564AE3}"/>
                      </a:ext>
                    </a:extLst>
                  </p:cNvPr>
                  <p:cNvGrpSpPr/>
                  <p:nvPr/>
                </p:nvGrpSpPr>
                <p:grpSpPr>
                  <a:xfrm rot="9542125">
                    <a:off x="461789" y="913518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68" name="Rounded Rectangle 267">
                      <a:extLst>
                        <a:ext uri="{FF2B5EF4-FFF2-40B4-BE49-F238E27FC236}">
                          <a16:creationId xmlns:a16="http://schemas.microsoft.com/office/drawing/2014/main" id="{6A4B028A-5281-6D53-A6C6-590B0BDBFA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69" name="Oval 268">
                      <a:extLst>
                        <a:ext uri="{FF2B5EF4-FFF2-40B4-BE49-F238E27FC236}">
                          <a16:creationId xmlns:a16="http://schemas.microsoft.com/office/drawing/2014/main" id="{10289A4E-A132-B51C-4BF3-DA931C871E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50" name="Group 249">
                    <a:extLst>
                      <a:ext uri="{FF2B5EF4-FFF2-40B4-BE49-F238E27FC236}">
                        <a16:creationId xmlns:a16="http://schemas.microsoft.com/office/drawing/2014/main" id="{75E55E4E-6728-957D-DB32-6A199E2C3FFA}"/>
                      </a:ext>
                    </a:extLst>
                  </p:cNvPr>
                  <p:cNvGrpSpPr/>
                  <p:nvPr/>
                </p:nvGrpSpPr>
                <p:grpSpPr>
                  <a:xfrm rot="10619016">
                    <a:off x="707721" y="1071003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66" name="Rounded Rectangle 265">
                      <a:extLst>
                        <a:ext uri="{FF2B5EF4-FFF2-40B4-BE49-F238E27FC236}">
                          <a16:creationId xmlns:a16="http://schemas.microsoft.com/office/drawing/2014/main" id="{CE4690B3-2BD0-E196-2F55-BC1D52DA40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67" name="Oval 266">
                      <a:extLst>
                        <a:ext uri="{FF2B5EF4-FFF2-40B4-BE49-F238E27FC236}">
                          <a16:creationId xmlns:a16="http://schemas.microsoft.com/office/drawing/2014/main" id="{45F0668F-8A54-1546-3C1B-B08B1C477B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51" name="Group 250">
                    <a:extLst>
                      <a:ext uri="{FF2B5EF4-FFF2-40B4-BE49-F238E27FC236}">
                        <a16:creationId xmlns:a16="http://schemas.microsoft.com/office/drawing/2014/main" id="{5AB874A5-CFFF-E065-FD8E-D8032BC1FF24}"/>
                      </a:ext>
                    </a:extLst>
                  </p:cNvPr>
                  <p:cNvGrpSpPr/>
                  <p:nvPr/>
                </p:nvGrpSpPr>
                <p:grpSpPr>
                  <a:xfrm rot="13191430">
                    <a:off x="464791" y="1229427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64" name="Rounded Rectangle 263">
                      <a:extLst>
                        <a:ext uri="{FF2B5EF4-FFF2-40B4-BE49-F238E27FC236}">
                          <a16:creationId xmlns:a16="http://schemas.microsoft.com/office/drawing/2014/main" id="{8A583C37-ACC1-8076-F110-3F19737D09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65" name="Oval 264">
                      <a:extLst>
                        <a:ext uri="{FF2B5EF4-FFF2-40B4-BE49-F238E27FC236}">
                          <a16:creationId xmlns:a16="http://schemas.microsoft.com/office/drawing/2014/main" id="{78A7B202-29F2-6FB9-16A8-8A0FA1E23A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52" name="Group 251">
                    <a:extLst>
                      <a:ext uri="{FF2B5EF4-FFF2-40B4-BE49-F238E27FC236}">
                        <a16:creationId xmlns:a16="http://schemas.microsoft.com/office/drawing/2014/main" id="{53F55181-3E77-DBA0-2E3D-4F82317ABE2A}"/>
                      </a:ext>
                    </a:extLst>
                  </p:cNvPr>
                  <p:cNvGrpSpPr/>
                  <p:nvPr/>
                </p:nvGrpSpPr>
                <p:grpSpPr>
                  <a:xfrm rot="18426618">
                    <a:off x="733831" y="1355211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62" name="Rounded Rectangle 261">
                      <a:extLst>
                        <a:ext uri="{FF2B5EF4-FFF2-40B4-BE49-F238E27FC236}">
                          <a16:creationId xmlns:a16="http://schemas.microsoft.com/office/drawing/2014/main" id="{DE2FCD69-88F3-99DE-3D90-1B91EE1D50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63" name="Oval 262">
                      <a:extLst>
                        <a:ext uri="{FF2B5EF4-FFF2-40B4-BE49-F238E27FC236}">
                          <a16:creationId xmlns:a16="http://schemas.microsoft.com/office/drawing/2014/main" id="{8B1A6C35-7F6B-B335-CA87-F7826F670B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53" name="Group 252">
                    <a:extLst>
                      <a:ext uri="{FF2B5EF4-FFF2-40B4-BE49-F238E27FC236}">
                        <a16:creationId xmlns:a16="http://schemas.microsoft.com/office/drawing/2014/main" id="{3820FE64-D823-5EE1-0629-1F190AA496FF}"/>
                      </a:ext>
                    </a:extLst>
                  </p:cNvPr>
                  <p:cNvGrpSpPr/>
                  <p:nvPr/>
                </p:nvGrpSpPr>
                <p:grpSpPr>
                  <a:xfrm rot="14573433">
                    <a:off x="459535" y="1557486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60" name="Rounded Rectangle 259">
                      <a:extLst>
                        <a:ext uri="{FF2B5EF4-FFF2-40B4-BE49-F238E27FC236}">
                          <a16:creationId xmlns:a16="http://schemas.microsoft.com/office/drawing/2014/main" id="{85FC8FC4-7C8C-A085-29F0-E7C4735ECB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61" name="Oval 260">
                      <a:extLst>
                        <a:ext uri="{FF2B5EF4-FFF2-40B4-BE49-F238E27FC236}">
                          <a16:creationId xmlns:a16="http://schemas.microsoft.com/office/drawing/2014/main" id="{7E923FBD-BC30-8A98-9424-43A4877C5E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54" name="Group 253">
                    <a:extLst>
                      <a:ext uri="{FF2B5EF4-FFF2-40B4-BE49-F238E27FC236}">
                        <a16:creationId xmlns:a16="http://schemas.microsoft.com/office/drawing/2014/main" id="{F6C7D1AA-3B2B-9BF1-C402-385847C0E8A7}"/>
                      </a:ext>
                    </a:extLst>
                  </p:cNvPr>
                  <p:cNvGrpSpPr/>
                  <p:nvPr/>
                </p:nvGrpSpPr>
                <p:grpSpPr>
                  <a:xfrm rot="8575568">
                    <a:off x="730887" y="1685784"/>
                    <a:ext cx="305674" cy="180810"/>
                    <a:chOff x="7290448" y="4770125"/>
                    <a:chExt cx="1441360" cy="852584"/>
                  </a:xfrm>
                </p:grpSpPr>
                <p:sp>
                  <p:nvSpPr>
                    <p:cNvPr id="258" name="Rounded Rectangle 257">
                      <a:extLst>
                        <a:ext uri="{FF2B5EF4-FFF2-40B4-BE49-F238E27FC236}">
                          <a16:creationId xmlns:a16="http://schemas.microsoft.com/office/drawing/2014/main" id="{65EC5BF8-42F3-B176-C7D6-47EA8E48F8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90448" y="4770125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59" name="Oval 258">
                      <a:extLst>
                        <a:ext uri="{FF2B5EF4-FFF2-40B4-BE49-F238E27FC236}">
                          <a16:creationId xmlns:a16="http://schemas.microsoft.com/office/drawing/2014/main" id="{0AC19CBA-4E89-BE45-3117-4C69D20854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69515" y="4937967"/>
                      <a:ext cx="488624" cy="488621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55" name="Group 254">
                    <a:extLst>
                      <a:ext uri="{FF2B5EF4-FFF2-40B4-BE49-F238E27FC236}">
                        <a16:creationId xmlns:a16="http://schemas.microsoft.com/office/drawing/2014/main" id="{21858D78-48E4-CF75-C73D-2979711C4132}"/>
                      </a:ext>
                    </a:extLst>
                  </p:cNvPr>
                  <p:cNvGrpSpPr/>
                  <p:nvPr/>
                </p:nvGrpSpPr>
                <p:grpSpPr>
                  <a:xfrm rot="2193433">
                    <a:off x="520083" y="1893904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56" name="Rounded Rectangle 255">
                      <a:extLst>
                        <a:ext uri="{FF2B5EF4-FFF2-40B4-BE49-F238E27FC236}">
                          <a16:creationId xmlns:a16="http://schemas.microsoft.com/office/drawing/2014/main" id="{CB4B3976-A17C-0A24-6BBE-171A9514FE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/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57" name="Oval 256">
                      <a:extLst>
                        <a:ext uri="{FF2B5EF4-FFF2-40B4-BE49-F238E27FC236}">
                          <a16:creationId xmlns:a16="http://schemas.microsoft.com/office/drawing/2014/main" id="{C02F1A6B-C641-1AB1-6C71-5AA21FED59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</p:grpSp>
          </p:grpSp>
          <p:grpSp>
            <p:nvGrpSpPr>
              <p:cNvPr id="277" name="Group 276">
                <a:extLst>
                  <a:ext uri="{FF2B5EF4-FFF2-40B4-BE49-F238E27FC236}">
                    <a16:creationId xmlns:a16="http://schemas.microsoft.com/office/drawing/2014/main" id="{CDD5C267-93A8-F7B6-7799-F1F3FD669043}"/>
                  </a:ext>
                </a:extLst>
              </p:cNvPr>
              <p:cNvGrpSpPr/>
              <p:nvPr/>
            </p:nvGrpSpPr>
            <p:grpSpPr>
              <a:xfrm>
                <a:off x="3101841" y="1377870"/>
                <a:ext cx="265029" cy="841635"/>
                <a:chOff x="333736" y="1380034"/>
                <a:chExt cx="265029" cy="841635"/>
              </a:xfrm>
            </p:grpSpPr>
            <p:grpSp>
              <p:nvGrpSpPr>
                <p:cNvPr id="278" name="Group 277">
                  <a:extLst>
                    <a:ext uri="{FF2B5EF4-FFF2-40B4-BE49-F238E27FC236}">
                      <a16:creationId xmlns:a16="http://schemas.microsoft.com/office/drawing/2014/main" id="{FA8456F0-3AAB-0D35-36DB-CA393536D358}"/>
                    </a:ext>
                  </a:extLst>
                </p:cNvPr>
                <p:cNvGrpSpPr/>
                <p:nvPr/>
              </p:nvGrpSpPr>
              <p:grpSpPr>
                <a:xfrm>
                  <a:off x="333736" y="1380034"/>
                  <a:ext cx="265029" cy="841635"/>
                  <a:chOff x="4900611" y="1042987"/>
                  <a:chExt cx="485778" cy="1512390"/>
                </a:xfrm>
              </p:grpSpPr>
              <p:sp>
                <p:nvSpPr>
                  <p:cNvPr id="304" name="Freeform 303">
                    <a:extLst>
                      <a:ext uri="{FF2B5EF4-FFF2-40B4-BE49-F238E27FC236}">
                        <a16:creationId xmlns:a16="http://schemas.microsoft.com/office/drawing/2014/main" id="{AF2EF5ED-60DA-1E3C-0146-7D602D5D4EB4}"/>
                      </a:ext>
                    </a:extLst>
                  </p:cNvPr>
                  <p:cNvSpPr/>
                  <p:nvPr/>
                </p:nvSpPr>
                <p:spPr>
                  <a:xfrm>
                    <a:off x="4900611" y="1262499"/>
                    <a:ext cx="485777" cy="1292878"/>
                  </a:xfrm>
                  <a:custGeom>
                    <a:avLst/>
                    <a:gdLst>
                      <a:gd name="connsiteX0" fmla="*/ 242888 w 485777"/>
                      <a:gd name="connsiteY0" fmla="*/ 0 h 1512390"/>
                      <a:gd name="connsiteX1" fmla="*/ 242889 w 485777"/>
                      <a:gd name="connsiteY1" fmla="*/ 0 h 1512390"/>
                      <a:gd name="connsiteX2" fmla="*/ 242889 w 485777"/>
                      <a:gd name="connsiteY2" fmla="*/ 0 h 1512390"/>
                      <a:gd name="connsiteX3" fmla="*/ 485777 w 485777"/>
                      <a:gd name="connsiteY3" fmla="*/ 60722 h 1512390"/>
                      <a:gd name="connsiteX4" fmla="*/ 485776 w 485777"/>
                      <a:gd name="connsiteY4" fmla="*/ 1253959 h 1512390"/>
                      <a:gd name="connsiteX5" fmla="*/ 485668 w 485777"/>
                      <a:gd name="connsiteY5" fmla="*/ 1254227 h 1512390"/>
                      <a:gd name="connsiteX6" fmla="*/ 485777 w 485777"/>
                      <a:gd name="connsiteY6" fmla="*/ 1255369 h 1512390"/>
                      <a:gd name="connsiteX7" fmla="*/ 242889 w 485777"/>
                      <a:gd name="connsiteY7" fmla="*/ 1512390 h 1512390"/>
                      <a:gd name="connsiteX8" fmla="*/ 1 w 485777"/>
                      <a:gd name="connsiteY8" fmla="*/ 1255369 h 1512390"/>
                      <a:gd name="connsiteX9" fmla="*/ 110 w 485777"/>
                      <a:gd name="connsiteY9" fmla="*/ 1254231 h 1512390"/>
                      <a:gd name="connsiteX10" fmla="*/ 0 w 485777"/>
                      <a:gd name="connsiteY10" fmla="*/ 1253959 h 1512390"/>
                      <a:gd name="connsiteX11" fmla="*/ 1 w 485777"/>
                      <a:gd name="connsiteY11" fmla="*/ 60725 h 1512390"/>
                      <a:gd name="connsiteX12" fmla="*/ 0 w 485777"/>
                      <a:gd name="connsiteY12" fmla="*/ 60722 h 1512390"/>
                      <a:gd name="connsiteX13" fmla="*/ 242888 w 485777"/>
                      <a:gd name="connsiteY13" fmla="*/ 0 h 15123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485777" h="1512390">
                        <a:moveTo>
                          <a:pt x="242888" y="0"/>
                        </a:moveTo>
                        <a:lnTo>
                          <a:pt x="242889" y="0"/>
                        </a:lnTo>
                        <a:lnTo>
                          <a:pt x="242889" y="0"/>
                        </a:lnTo>
                        <a:cubicBezTo>
                          <a:pt x="377032" y="0"/>
                          <a:pt x="485777" y="27186"/>
                          <a:pt x="485777" y="60722"/>
                        </a:cubicBezTo>
                        <a:cubicBezTo>
                          <a:pt x="485777" y="458468"/>
                          <a:pt x="485776" y="856213"/>
                          <a:pt x="485776" y="1253959"/>
                        </a:cubicBezTo>
                        <a:lnTo>
                          <a:pt x="485668" y="1254227"/>
                        </a:lnTo>
                        <a:lnTo>
                          <a:pt x="485777" y="1255369"/>
                        </a:lnTo>
                        <a:cubicBezTo>
                          <a:pt x="485777" y="1397318"/>
                          <a:pt x="377032" y="1512390"/>
                          <a:pt x="242889" y="1512390"/>
                        </a:cubicBezTo>
                        <a:cubicBezTo>
                          <a:pt x="108746" y="1512390"/>
                          <a:pt x="1" y="1397318"/>
                          <a:pt x="1" y="1255369"/>
                        </a:cubicBezTo>
                        <a:lnTo>
                          <a:pt x="110" y="1254231"/>
                        </a:lnTo>
                        <a:lnTo>
                          <a:pt x="0" y="1253959"/>
                        </a:lnTo>
                        <a:lnTo>
                          <a:pt x="1" y="60725"/>
                        </a:lnTo>
                        <a:lnTo>
                          <a:pt x="0" y="60722"/>
                        </a:lnTo>
                        <a:cubicBezTo>
                          <a:pt x="0" y="27186"/>
                          <a:pt x="108745" y="0"/>
                          <a:pt x="242888" y="0"/>
                        </a:cubicBezTo>
                        <a:close/>
                      </a:path>
                    </a:pathLst>
                  </a:custGeom>
                  <a:solidFill>
                    <a:srgbClr val="F5F2FF"/>
                  </a:solidFill>
                  <a:ln w="158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sz="1980"/>
                  </a:p>
                </p:txBody>
              </p:sp>
              <p:grpSp>
                <p:nvGrpSpPr>
                  <p:cNvPr id="305" name="Group 304">
                    <a:extLst>
                      <a:ext uri="{FF2B5EF4-FFF2-40B4-BE49-F238E27FC236}">
                        <a16:creationId xmlns:a16="http://schemas.microsoft.com/office/drawing/2014/main" id="{BE551186-B7BF-91E1-1D15-FE332CB95590}"/>
                      </a:ext>
                    </a:extLst>
                  </p:cNvPr>
                  <p:cNvGrpSpPr/>
                  <p:nvPr/>
                </p:nvGrpSpPr>
                <p:grpSpPr>
                  <a:xfrm>
                    <a:off x="4900612" y="1042987"/>
                    <a:ext cx="485777" cy="1512390"/>
                    <a:chOff x="4900612" y="1042987"/>
                    <a:chExt cx="485777" cy="1512390"/>
                  </a:xfrm>
                </p:grpSpPr>
                <p:sp>
                  <p:nvSpPr>
                    <p:cNvPr id="306" name="Freeform 305">
                      <a:extLst>
                        <a:ext uri="{FF2B5EF4-FFF2-40B4-BE49-F238E27FC236}">
                          <a16:creationId xmlns:a16="http://schemas.microsoft.com/office/drawing/2014/main" id="{108D503B-716B-13EB-D5C8-76A2A650AB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0612" y="1042987"/>
                      <a:ext cx="485777" cy="1512390"/>
                    </a:xfrm>
                    <a:custGeom>
                      <a:avLst/>
                      <a:gdLst>
                        <a:gd name="connsiteX0" fmla="*/ 242888 w 485777"/>
                        <a:gd name="connsiteY0" fmla="*/ 0 h 1512390"/>
                        <a:gd name="connsiteX1" fmla="*/ 242889 w 485777"/>
                        <a:gd name="connsiteY1" fmla="*/ 0 h 1512390"/>
                        <a:gd name="connsiteX2" fmla="*/ 242889 w 485777"/>
                        <a:gd name="connsiteY2" fmla="*/ 0 h 1512390"/>
                        <a:gd name="connsiteX3" fmla="*/ 485777 w 485777"/>
                        <a:gd name="connsiteY3" fmla="*/ 60722 h 1512390"/>
                        <a:gd name="connsiteX4" fmla="*/ 485776 w 485777"/>
                        <a:gd name="connsiteY4" fmla="*/ 1253959 h 1512390"/>
                        <a:gd name="connsiteX5" fmla="*/ 485668 w 485777"/>
                        <a:gd name="connsiteY5" fmla="*/ 1254227 h 1512390"/>
                        <a:gd name="connsiteX6" fmla="*/ 485777 w 485777"/>
                        <a:gd name="connsiteY6" fmla="*/ 1255369 h 1512390"/>
                        <a:gd name="connsiteX7" fmla="*/ 242889 w 485777"/>
                        <a:gd name="connsiteY7" fmla="*/ 1512390 h 1512390"/>
                        <a:gd name="connsiteX8" fmla="*/ 1 w 485777"/>
                        <a:gd name="connsiteY8" fmla="*/ 1255369 h 1512390"/>
                        <a:gd name="connsiteX9" fmla="*/ 110 w 485777"/>
                        <a:gd name="connsiteY9" fmla="*/ 1254231 h 1512390"/>
                        <a:gd name="connsiteX10" fmla="*/ 0 w 485777"/>
                        <a:gd name="connsiteY10" fmla="*/ 1253959 h 1512390"/>
                        <a:gd name="connsiteX11" fmla="*/ 1 w 485777"/>
                        <a:gd name="connsiteY11" fmla="*/ 60725 h 1512390"/>
                        <a:gd name="connsiteX12" fmla="*/ 0 w 485777"/>
                        <a:gd name="connsiteY12" fmla="*/ 60722 h 1512390"/>
                        <a:gd name="connsiteX13" fmla="*/ 242888 w 485777"/>
                        <a:gd name="connsiteY13" fmla="*/ 0 h 15123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485777" h="1512390">
                          <a:moveTo>
                            <a:pt x="242888" y="0"/>
                          </a:moveTo>
                          <a:lnTo>
                            <a:pt x="242889" y="0"/>
                          </a:lnTo>
                          <a:lnTo>
                            <a:pt x="242889" y="0"/>
                          </a:lnTo>
                          <a:cubicBezTo>
                            <a:pt x="377032" y="0"/>
                            <a:pt x="485777" y="27186"/>
                            <a:pt x="485777" y="60722"/>
                          </a:cubicBezTo>
                          <a:cubicBezTo>
                            <a:pt x="485777" y="458468"/>
                            <a:pt x="485776" y="856213"/>
                            <a:pt x="485776" y="1253959"/>
                          </a:cubicBezTo>
                          <a:lnTo>
                            <a:pt x="485668" y="1254227"/>
                          </a:lnTo>
                          <a:lnTo>
                            <a:pt x="485777" y="1255369"/>
                          </a:lnTo>
                          <a:cubicBezTo>
                            <a:pt x="485777" y="1397318"/>
                            <a:pt x="377032" y="1512390"/>
                            <a:pt x="242889" y="1512390"/>
                          </a:cubicBezTo>
                          <a:cubicBezTo>
                            <a:pt x="108746" y="1512390"/>
                            <a:pt x="1" y="1397318"/>
                            <a:pt x="1" y="1255369"/>
                          </a:cubicBezTo>
                          <a:lnTo>
                            <a:pt x="110" y="1254231"/>
                          </a:lnTo>
                          <a:lnTo>
                            <a:pt x="0" y="1253959"/>
                          </a:lnTo>
                          <a:lnTo>
                            <a:pt x="1" y="60725"/>
                          </a:lnTo>
                          <a:lnTo>
                            <a:pt x="0" y="60722"/>
                          </a:lnTo>
                          <a:cubicBezTo>
                            <a:pt x="0" y="27186"/>
                            <a:pt x="108745" y="0"/>
                            <a:pt x="242888" y="0"/>
                          </a:cubicBezTo>
                          <a:close/>
                        </a:path>
                      </a:pathLst>
                    </a:custGeom>
                    <a:noFill/>
                    <a:ln w="158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algn="ctr"/>
                      <a:endParaRPr lang="en-US" sz="1980"/>
                    </a:p>
                  </p:txBody>
                </p:sp>
                <p:sp>
                  <p:nvSpPr>
                    <p:cNvPr id="307" name="Oval 306">
                      <a:extLst>
                        <a:ext uri="{FF2B5EF4-FFF2-40B4-BE49-F238E27FC236}">
                          <a16:creationId xmlns:a16="http://schemas.microsoft.com/office/drawing/2014/main" id="{226BAFD3-2BC1-DA49-F610-63FE1B1F2E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0612" y="1042987"/>
                      <a:ext cx="485777" cy="131472"/>
                    </a:xfrm>
                    <a:prstGeom prst="ellipse">
                      <a:avLst/>
                    </a:prstGeom>
                    <a:noFill/>
                    <a:ln w="158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308" name="Oval 307">
                      <a:extLst>
                        <a:ext uri="{FF2B5EF4-FFF2-40B4-BE49-F238E27FC236}">
                          <a16:creationId xmlns:a16="http://schemas.microsoft.com/office/drawing/2014/main" id="{D4215459-67D2-61BF-F640-51E527502A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00612" y="1262499"/>
                      <a:ext cx="485777" cy="131472"/>
                    </a:xfrm>
                    <a:prstGeom prst="ellipse">
                      <a:avLst/>
                    </a:prstGeom>
                    <a:noFill/>
                    <a:ln w="158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</p:grpSp>
            </p:grpSp>
            <p:grpSp>
              <p:nvGrpSpPr>
                <p:cNvPr id="279" name="Group 278">
                  <a:extLst>
                    <a:ext uri="{FF2B5EF4-FFF2-40B4-BE49-F238E27FC236}">
                      <a16:creationId xmlns:a16="http://schemas.microsoft.com/office/drawing/2014/main" id="{17C48473-1F85-D70A-D130-0837BA17FA07}"/>
                    </a:ext>
                  </a:extLst>
                </p:cNvPr>
                <p:cNvGrpSpPr/>
                <p:nvPr/>
              </p:nvGrpSpPr>
              <p:grpSpPr>
                <a:xfrm>
                  <a:off x="350862" y="1615390"/>
                  <a:ext cx="238042" cy="561885"/>
                  <a:chOff x="461789" y="737337"/>
                  <a:chExt cx="574772" cy="1337377"/>
                </a:xfrm>
              </p:grpSpPr>
              <p:grpSp>
                <p:nvGrpSpPr>
                  <p:cNvPr id="280" name="Group 279">
                    <a:extLst>
                      <a:ext uri="{FF2B5EF4-FFF2-40B4-BE49-F238E27FC236}">
                        <a16:creationId xmlns:a16="http://schemas.microsoft.com/office/drawing/2014/main" id="{9C0F5088-4DAF-E5A5-7CC6-4ED8147F8834}"/>
                      </a:ext>
                    </a:extLst>
                  </p:cNvPr>
                  <p:cNvGrpSpPr/>
                  <p:nvPr/>
                </p:nvGrpSpPr>
                <p:grpSpPr>
                  <a:xfrm rot="1773357">
                    <a:off x="698659" y="737337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302" name="Rounded Rectangle 301">
                      <a:extLst>
                        <a:ext uri="{FF2B5EF4-FFF2-40B4-BE49-F238E27FC236}">
                          <a16:creationId xmlns:a16="http://schemas.microsoft.com/office/drawing/2014/main" id="{54C12F02-F1E0-DB75-A43A-8E4C171CE4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>
                        <a:lumMod val="85000"/>
                      </a:schemeClr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303" name="Oval 302">
                      <a:extLst>
                        <a:ext uri="{FF2B5EF4-FFF2-40B4-BE49-F238E27FC236}">
                          <a16:creationId xmlns:a16="http://schemas.microsoft.com/office/drawing/2014/main" id="{716F6091-24E0-D76D-080F-BC6ABA8C4B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81" name="Group 280">
                    <a:extLst>
                      <a:ext uri="{FF2B5EF4-FFF2-40B4-BE49-F238E27FC236}">
                        <a16:creationId xmlns:a16="http://schemas.microsoft.com/office/drawing/2014/main" id="{66C0ACB5-17E0-CA2E-602F-FB121980452E}"/>
                      </a:ext>
                    </a:extLst>
                  </p:cNvPr>
                  <p:cNvGrpSpPr/>
                  <p:nvPr/>
                </p:nvGrpSpPr>
                <p:grpSpPr>
                  <a:xfrm rot="9542125">
                    <a:off x="461789" y="913518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300" name="Rounded Rectangle 299">
                      <a:extLst>
                        <a:ext uri="{FF2B5EF4-FFF2-40B4-BE49-F238E27FC236}">
                          <a16:creationId xmlns:a16="http://schemas.microsoft.com/office/drawing/2014/main" id="{353109FC-8D7C-844D-1B6D-204C39C7E7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>
                        <a:lumMod val="85000"/>
                      </a:schemeClr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301" name="Oval 300">
                      <a:extLst>
                        <a:ext uri="{FF2B5EF4-FFF2-40B4-BE49-F238E27FC236}">
                          <a16:creationId xmlns:a16="http://schemas.microsoft.com/office/drawing/2014/main" id="{BC631345-2344-050A-29D6-E773A1C9D1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82" name="Group 281">
                    <a:extLst>
                      <a:ext uri="{FF2B5EF4-FFF2-40B4-BE49-F238E27FC236}">
                        <a16:creationId xmlns:a16="http://schemas.microsoft.com/office/drawing/2014/main" id="{EABB8894-E19D-9D64-2221-D19B09EED0C9}"/>
                      </a:ext>
                    </a:extLst>
                  </p:cNvPr>
                  <p:cNvGrpSpPr/>
                  <p:nvPr/>
                </p:nvGrpSpPr>
                <p:grpSpPr>
                  <a:xfrm rot="10619016">
                    <a:off x="707721" y="1071003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98" name="Rounded Rectangle 297">
                      <a:extLst>
                        <a:ext uri="{FF2B5EF4-FFF2-40B4-BE49-F238E27FC236}">
                          <a16:creationId xmlns:a16="http://schemas.microsoft.com/office/drawing/2014/main" id="{3814EE68-ACDA-55F4-1014-F562D44CBA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>
                        <a:lumMod val="85000"/>
                      </a:schemeClr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99" name="Oval 298">
                      <a:extLst>
                        <a:ext uri="{FF2B5EF4-FFF2-40B4-BE49-F238E27FC236}">
                          <a16:creationId xmlns:a16="http://schemas.microsoft.com/office/drawing/2014/main" id="{5B766FB5-CEC8-BF41-981B-96358A2B49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83" name="Group 282">
                    <a:extLst>
                      <a:ext uri="{FF2B5EF4-FFF2-40B4-BE49-F238E27FC236}">
                        <a16:creationId xmlns:a16="http://schemas.microsoft.com/office/drawing/2014/main" id="{0F60263D-CF29-A86E-5B45-2F1062A2E437}"/>
                      </a:ext>
                    </a:extLst>
                  </p:cNvPr>
                  <p:cNvGrpSpPr/>
                  <p:nvPr/>
                </p:nvGrpSpPr>
                <p:grpSpPr>
                  <a:xfrm rot="13191430">
                    <a:off x="464791" y="1229427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96" name="Rounded Rectangle 295">
                      <a:extLst>
                        <a:ext uri="{FF2B5EF4-FFF2-40B4-BE49-F238E27FC236}">
                          <a16:creationId xmlns:a16="http://schemas.microsoft.com/office/drawing/2014/main" id="{4432EF50-2641-2583-FB2F-6A014863B0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>
                        <a:lumMod val="85000"/>
                      </a:schemeClr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97" name="Oval 296">
                      <a:extLst>
                        <a:ext uri="{FF2B5EF4-FFF2-40B4-BE49-F238E27FC236}">
                          <a16:creationId xmlns:a16="http://schemas.microsoft.com/office/drawing/2014/main" id="{8E9684C7-5657-D2BD-9070-CA9861BCE4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84" name="Group 283">
                    <a:extLst>
                      <a:ext uri="{FF2B5EF4-FFF2-40B4-BE49-F238E27FC236}">
                        <a16:creationId xmlns:a16="http://schemas.microsoft.com/office/drawing/2014/main" id="{C7E781E8-504F-7EA3-C685-93C08C94CF60}"/>
                      </a:ext>
                    </a:extLst>
                  </p:cNvPr>
                  <p:cNvGrpSpPr/>
                  <p:nvPr/>
                </p:nvGrpSpPr>
                <p:grpSpPr>
                  <a:xfrm rot="18426618">
                    <a:off x="733831" y="1355211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94" name="Rounded Rectangle 293">
                      <a:extLst>
                        <a:ext uri="{FF2B5EF4-FFF2-40B4-BE49-F238E27FC236}">
                          <a16:creationId xmlns:a16="http://schemas.microsoft.com/office/drawing/2014/main" id="{B5069F23-C554-C5B2-CDBC-4D456C17E7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>
                        <a:lumMod val="85000"/>
                      </a:schemeClr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95" name="Oval 294">
                      <a:extLst>
                        <a:ext uri="{FF2B5EF4-FFF2-40B4-BE49-F238E27FC236}">
                          <a16:creationId xmlns:a16="http://schemas.microsoft.com/office/drawing/2014/main" id="{93461929-F1CE-0797-F895-1B0652FB4C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85" name="Group 284">
                    <a:extLst>
                      <a:ext uri="{FF2B5EF4-FFF2-40B4-BE49-F238E27FC236}">
                        <a16:creationId xmlns:a16="http://schemas.microsoft.com/office/drawing/2014/main" id="{9F39F5F8-C84E-74B5-F45E-5208C250C151}"/>
                      </a:ext>
                    </a:extLst>
                  </p:cNvPr>
                  <p:cNvGrpSpPr/>
                  <p:nvPr/>
                </p:nvGrpSpPr>
                <p:grpSpPr>
                  <a:xfrm rot="14573433">
                    <a:off x="459535" y="1557486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92" name="Rounded Rectangle 291">
                      <a:extLst>
                        <a:ext uri="{FF2B5EF4-FFF2-40B4-BE49-F238E27FC236}">
                          <a16:creationId xmlns:a16="http://schemas.microsoft.com/office/drawing/2014/main" id="{2B4F978E-6B90-5430-F9A3-D62835B0DA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>
                        <a:lumMod val="85000"/>
                      </a:schemeClr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93" name="Oval 292">
                      <a:extLst>
                        <a:ext uri="{FF2B5EF4-FFF2-40B4-BE49-F238E27FC236}">
                          <a16:creationId xmlns:a16="http://schemas.microsoft.com/office/drawing/2014/main" id="{96EF33AC-6415-341C-1386-4585A45F34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86" name="Group 285">
                    <a:extLst>
                      <a:ext uri="{FF2B5EF4-FFF2-40B4-BE49-F238E27FC236}">
                        <a16:creationId xmlns:a16="http://schemas.microsoft.com/office/drawing/2014/main" id="{E65A92D1-C00D-04F8-3498-2AE35CDA7C49}"/>
                      </a:ext>
                    </a:extLst>
                  </p:cNvPr>
                  <p:cNvGrpSpPr/>
                  <p:nvPr/>
                </p:nvGrpSpPr>
                <p:grpSpPr>
                  <a:xfrm rot="8575568">
                    <a:off x="730887" y="1685784"/>
                    <a:ext cx="305674" cy="180810"/>
                    <a:chOff x="7290448" y="4770125"/>
                    <a:chExt cx="1441360" cy="852584"/>
                  </a:xfrm>
                </p:grpSpPr>
                <p:sp>
                  <p:nvSpPr>
                    <p:cNvPr id="290" name="Rounded Rectangle 289">
                      <a:extLst>
                        <a:ext uri="{FF2B5EF4-FFF2-40B4-BE49-F238E27FC236}">
                          <a16:creationId xmlns:a16="http://schemas.microsoft.com/office/drawing/2014/main" id="{8222710B-5BA5-5D6E-D06C-AA013CA73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90448" y="4770125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>
                        <a:lumMod val="85000"/>
                      </a:schemeClr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91" name="Oval 290">
                      <a:extLst>
                        <a:ext uri="{FF2B5EF4-FFF2-40B4-BE49-F238E27FC236}">
                          <a16:creationId xmlns:a16="http://schemas.microsoft.com/office/drawing/2014/main" id="{97DCBEA3-5411-EA58-A338-82BE3EF0CC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69713" y="4937410"/>
                      <a:ext cx="488624" cy="488621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  <p:grpSp>
                <p:nvGrpSpPr>
                  <p:cNvPr id="287" name="Group 286">
                    <a:extLst>
                      <a:ext uri="{FF2B5EF4-FFF2-40B4-BE49-F238E27FC236}">
                        <a16:creationId xmlns:a16="http://schemas.microsoft.com/office/drawing/2014/main" id="{95BCF0ED-D20C-EF30-EA71-6F9178AA3907}"/>
                      </a:ext>
                    </a:extLst>
                  </p:cNvPr>
                  <p:cNvGrpSpPr/>
                  <p:nvPr/>
                </p:nvGrpSpPr>
                <p:grpSpPr>
                  <a:xfrm rot="2193433">
                    <a:off x="520083" y="1893904"/>
                    <a:ext cx="305674" cy="180810"/>
                    <a:chOff x="7196230" y="4833936"/>
                    <a:chExt cx="1441360" cy="852584"/>
                  </a:xfrm>
                </p:grpSpPr>
                <p:sp>
                  <p:nvSpPr>
                    <p:cNvPr id="288" name="Rounded Rectangle 287">
                      <a:extLst>
                        <a:ext uri="{FF2B5EF4-FFF2-40B4-BE49-F238E27FC236}">
                          <a16:creationId xmlns:a16="http://schemas.microsoft.com/office/drawing/2014/main" id="{280F6507-071A-8FFE-B2A0-1D694574B4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6230" y="4833936"/>
                      <a:ext cx="1441360" cy="852584"/>
                    </a:xfrm>
                    <a:prstGeom prst="roundRect">
                      <a:avLst>
                        <a:gd name="adj" fmla="val 47948"/>
                      </a:avLst>
                    </a:prstGeom>
                    <a:solidFill>
                      <a:schemeClr val="bg1">
                        <a:lumMod val="85000"/>
                      </a:schemeClr>
                    </a:solidFill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 dirty="0"/>
                    </a:p>
                  </p:txBody>
                </p:sp>
                <p:sp>
                  <p:nvSpPr>
                    <p:cNvPr id="289" name="Oval 288">
                      <a:extLst>
                        <a:ext uri="{FF2B5EF4-FFF2-40B4-BE49-F238E27FC236}">
                          <a16:creationId xmlns:a16="http://schemas.microsoft.com/office/drawing/2014/main" id="{7BA88BC1-78AD-C661-4F64-6AD31E61B5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5495" y="5001222"/>
                      <a:ext cx="488623" cy="488623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980"/>
                    </a:p>
                  </p:txBody>
                </p:sp>
              </p:grpSp>
            </p:grpSp>
          </p:grpSp>
        </p:grp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9E6DCAFE-5D0F-3892-361C-D4AC48C77EB4}"/>
              </a:ext>
            </a:extLst>
          </p:cNvPr>
          <p:cNvGrpSpPr/>
          <p:nvPr/>
        </p:nvGrpSpPr>
        <p:grpSpPr>
          <a:xfrm>
            <a:off x="974960" y="311362"/>
            <a:ext cx="740018" cy="389477"/>
            <a:chOff x="974960" y="311362"/>
            <a:chExt cx="740018" cy="389477"/>
          </a:xfrm>
        </p:grpSpPr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66D715C7-9014-7E49-C63C-1F007E06B658}"/>
                </a:ext>
              </a:extLst>
            </p:cNvPr>
            <p:cNvCxnSpPr/>
            <p:nvPr/>
          </p:nvCxnSpPr>
          <p:spPr>
            <a:xfrm>
              <a:off x="974960" y="311362"/>
              <a:ext cx="358502" cy="0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B66F7026-34F3-CC41-B54E-8F78FF278151}"/>
                </a:ext>
              </a:extLst>
            </p:cNvPr>
            <p:cNvCxnSpPr>
              <a:cxnSpLocks/>
            </p:cNvCxnSpPr>
            <p:nvPr/>
          </p:nvCxnSpPr>
          <p:spPr>
            <a:xfrm>
              <a:off x="1345267" y="375723"/>
              <a:ext cx="0" cy="247084"/>
            </a:xfrm>
            <a:prstGeom prst="straightConnector1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99F26627-28A0-24BF-2183-2CF54E3BBC72}"/>
                </a:ext>
              </a:extLst>
            </p:cNvPr>
            <p:cNvCxnSpPr>
              <a:cxnSpLocks/>
            </p:cNvCxnSpPr>
            <p:nvPr/>
          </p:nvCxnSpPr>
          <p:spPr>
            <a:xfrm>
              <a:off x="1345266" y="700839"/>
              <a:ext cx="358502" cy="0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9C1999D9-FB1C-FFA6-3884-C60C6C8DEF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4978" y="375723"/>
              <a:ext cx="0" cy="247084"/>
            </a:xfrm>
            <a:prstGeom prst="straightConnector1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D4435173-BF0E-8795-908F-CEB2C17C8CC9}"/>
              </a:ext>
            </a:extLst>
          </p:cNvPr>
          <p:cNvGrpSpPr/>
          <p:nvPr/>
        </p:nvGrpSpPr>
        <p:grpSpPr>
          <a:xfrm>
            <a:off x="1714158" y="305821"/>
            <a:ext cx="740018" cy="389477"/>
            <a:chOff x="974960" y="311362"/>
            <a:chExt cx="740018" cy="389477"/>
          </a:xfrm>
        </p:grpSpPr>
        <p:cxnSp>
          <p:nvCxnSpPr>
            <p:cNvPr id="322" name="Straight Arrow Connector 321">
              <a:extLst>
                <a:ext uri="{FF2B5EF4-FFF2-40B4-BE49-F238E27FC236}">
                  <a16:creationId xmlns:a16="http://schemas.microsoft.com/office/drawing/2014/main" id="{271C5DD8-4142-53F5-47DD-25C62A3169EE}"/>
                </a:ext>
              </a:extLst>
            </p:cNvPr>
            <p:cNvCxnSpPr/>
            <p:nvPr/>
          </p:nvCxnSpPr>
          <p:spPr>
            <a:xfrm>
              <a:off x="974960" y="311362"/>
              <a:ext cx="358502" cy="0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Arrow Connector 322">
              <a:extLst>
                <a:ext uri="{FF2B5EF4-FFF2-40B4-BE49-F238E27FC236}">
                  <a16:creationId xmlns:a16="http://schemas.microsoft.com/office/drawing/2014/main" id="{58C85B5F-24CF-3539-A55D-FC229CC65666}"/>
                </a:ext>
              </a:extLst>
            </p:cNvPr>
            <p:cNvCxnSpPr>
              <a:cxnSpLocks/>
            </p:cNvCxnSpPr>
            <p:nvPr/>
          </p:nvCxnSpPr>
          <p:spPr>
            <a:xfrm>
              <a:off x="1345267" y="375723"/>
              <a:ext cx="0" cy="247084"/>
            </a:xfrm>
            <a:prstGeom prst="straightConnector1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Arrow Connector 323">
              <a:extLst>
                <a:ext uri="{FF2B5EF4-FFF2-40B4-BE49-F238E27FC236}">
                  <a16:creationId xmlns:a16="http://schemas.microsoft.com/office/drawing/2014/main" id="{0D5E3B51-1E22-BD31-261D-0BA30CE356D5}"/>
                </a:ext>
              </a:extLst>
            </p:cNvPr>
            <p:cNvCxnSpPr>
              <a:cxnSpLocks/>
            </p:cNvCxnSpPr>
            <p:nvPr/>
          </p:nvCxnSpPr>
          <p:spPr>
            <a:xfrm>
              <a:off x="1345266" y="700839"/>
              <a:ext cx="358502" cy="0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Arrow Connector 324">
              <a:extLst>
                <a:ext uri="{FF2B5EF4-FFF2-40B4-BE49-F238E27FC236}">
                  <a16:creationId xmlns:a16="http://schemas.microsoft.com/office/drawing/2014/main" id="{08858A38-C65C-4233-9811-069D18F336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4978" y="375723"/>
              <a:ext cx="0" cy="247084"/>
            </a:xfrm>
            <a:prstGeom prst="straightConnector1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895E002D-DDF6-BC0D-CFE4-3DD9711791AE}"/>
              </a:ext>
            </a:extLst>
          </p:cNvPr>
          <p:cNvGrpSpPr/>
          <p:nvPr/>
        </p:nvGrpSpPr>
        <p:grpSpPr>
          <a:xfrm>
            <a:off x="2453356" y="316165"/>
            <a:ext cx="728808" cy="389477"/>
            <a:chOff x="974960" y="311362"/>
            <a:chExt cx="728808" cy="389477"/>
          </a:xfrm>
        </p:grpSpPr>
        <p:cxnSp>
          <p:nvCxnSpPr>
            <p:cNvPr id="327" name="Straight Arrow Connector 326">
              <a:extLst>
                <a:ext uri="{FF2B5EF4-FFF2-40B4-BE49-F238E27FC236}">
                  <a16:creationId xmlns:a16="http://schemas.microsoft.com/office/drawing/2014/main" id="{3998439F-CCEB-615C-0093-71582B386A36}"/>
                </a:ext>
              </a:extLst>
            </p:cNvPr>
            <p:cNvCxnSpPr/>
            <p:nvPr/>
          </p:nvCxnSpPr>
          <p:spPr>
            <a:xfrm>
              <a:off x="974960" y="311362"/>
              <a:ext cx="358502" cy="0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Arrow Connector 327">
              <a:extLst>
                <a:ext uri="{FF2B5EF4-FFF2-40B4-BE49-F238E27FC236}">
                  <a16:creationId xmlns:a16="http://schemas.microsoft.com/office/drawing/2014/main" id="{901786A9-AAC6-0B2D-FBE8-AE1FF6426ED8}"/>
                </a:ext>
              </a:extLst>
            </p:cNvPr>
            <p:cNvCxnSpPr>
              <a:cxnSpLocks/>
            </p:cNvCxnSpPr>
            <p:nvPr/>
          </p:nvCxnSpPr>
          <p:spPr>
            <a:xfrm>
              <a:off x="1345267" y="375723"/>
              <a:ext cx="0" cy="247084"/>
            </a:xfrm>
            <a:prstGeom prst="straightConnector1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Arrow Connector 328">
              <a:extLst>
                <a:ext uri="{FF2B5EF4-FFF2-40B4-BE49-F238E27FC236}">
                  <a16:creationId xmlns:a16="http://schemas.microsoft.com/office/drawing/2014/main" id="{5B01D928-93A2-06EC-2556-5653B5F49C65}"/>
                </a:ext>
              </a:extLst>
            </p:cNvPr>
            <p:cNvCxnSpPr>
              <a:cxnSpLocks/>
            </p:cNvCxnSpPr>
            <p:nvPr/>
          </p:nvCxnSpPr>
          <p:spPr>
            <a:xfrm>
              <a:off x="1345266" y="700839"/>
              <a:ext cx="358502" cy="0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1" name="TextBox 340">
            <a:extLst>
              <a:ext uri="{FF2B5EF4-FFF2-40B4-BE49-F238E27FC236}">
                <a16:creationId xmlns:a16="http://schemas.microsoft.com/office/drawing/2014/main" id="{2F429DBD-0409-E232-E2A8-574432A7A283}"/>
              </a:ext>
            </a:extLst>
          </p:cNvPr>
          <p:cNvSpPr txBox="1"/>
          <p:nvPr/>
        </p:nvSpPr>
        <p:spPr>
          <a:xfrm>
            <a:off x="0" y="28068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A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D2031E45-BA46-B586-9B64-A29EC7301507}"/>
              </a:ext>
            </a:extLst>
          </p:cNvPr>
          <p:cNvSpPr txBox="1"/>
          <p:nvPr/>
        </p:nvSpPr>
        <p:spPr>
          <a:xfrm>
            <a:off x="3655913" y="28067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B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5D4DD1E-C102-9C51-9325-5B9752B9194C}"/>
              </a:ext>
            </a:extLst>
          </p:cNvPr>
          <p:cNvGrpSpPr/>
          <p:nvPr/>
        </p:nvGrpSpPr>
        <p:grpSpPr>
          <a:xfrm>
            <a:off x="3210731" y="631207"/>
            <a:ext cx="216699" cy="128181"/>
            <a:chOff x="7196230" y="4833936"/>
            <a:chExt cx="1441360" cy="852584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01F9A904-1EB9-157C-CFC7-62B5E4EE307E}"/>
                </a:ext>
              </a:extLst>
            </p:cNvPr>
            <p:cNvSpPr/>
            <p:nvPr/>
          </p:nvSpPr>
          <p:spPr>
            <a:xfrm>
              <a:off x="7196230" y="4833936"/>
              <a:ext cx="1441360" cy="852584"/>
            </a:xfrm>
            <a:prstGeom prst="roundRect">
              <a:avLst>
                <a:gd name="adj" fmla="val 47948"/>
              </a:avLst>
            </a:prstGeom>
            <a:solidFill>
              <a:schemeClr val="bg1"/>
            </a:solidFill>
            <a:ln w="158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8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9CF9898-064A-80D0-370A-B9BE38B7C2B9}"/>
                </a:ext>
              </a:extLst>
            </p:cNvPr>
            <p:cNvSpPr/>
            <p:nvPr/>
          </p:nvSpPr>
          <p:spPr>
            <a:xfrm>
              <a:off x="7975493" y="5026880"/>
              <a:ext cx="488621" cy="488626"/>
            </a:xfrm>
            <a:prstGeom prst="ellipse">
              <a:avLst/>
            </a:prstGeom>
            <a:noFill/>
            <a:ln w="158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80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B57149A-8B18-9D18-A815-4815D2FA952C}"/>
              </a:ext>
            </a:extLst>
          </p:cNvPr>
          <p:cNvSpPr txBox="1"/>
          <p:nvPr/>
        </p:nvSpPr>
        <p:spPr>
          <a:xfrm>
            <a:off x="682724" y="594578"/>
            <a:ext cx="4667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Helvetica" pitchFamily="2" charset="0"/>
              </a:rPr>
              <a:t>host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270F1D-1347-3458-D942-A011DF0E61EE}"/>
              </a:ext>
            </a:extLst>
          </p:cNvPr>
          <p:cNvSpPr txBox="1"/>
          <p:nvPr/>
        </p:nvSpPr>
        <p:spPr>
          <a:xfrm>
            <a:off x="299430" y="204566"/>
            <a:ext cx="475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Helvetica" pitchFamily="2" charset="0"/>
              </a:rPr>
              <a:t>host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5A5DA6-7938-A8E0-9EE7-71A8E9AE939D}"/>
              </a:ext>
            </a:extLst>
          </p:cNvPr>
          <p:cNvSpPr txBox="1"/>
          <p:nvPr/>
        </p:nvSpPr>
        <p:spPr>
          <a:xfrm>
            <a:off x="655889" y="39278"/>
            <a:ext cx="3626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chemeClr val="accent1"/>
                </a:solidFill>
                <a:latin typeface="Helvetica" pitchFamily="2" charset="0"/>
              </a:rPr>
              <a:t>Anc</a:t>
            </a:r>
            <a:endParaRPr lang="en-US" sz="800" dirty="0">
              <a:solidFill>
                <a:schemeClr val="accent1"/>
              </a:solidFill>
              <a:latin typeface="Helvetic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FCC3A9-864E-AB3F-0E47-C84C790D9D60}"/>
              </a:ext>
            </a:extLst>
          </p:cNvPr>
          <p:cNvSpPr txBox="1"/>
          <p:nvPr/>
        </p:nvSpPr>
        <p:spPr>
          <a:xfrm>
            <a:off x="3149794" y="456495"/>
            <a:ext cx="3561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2"/>
                </a:solidFill>
                <a:latin typeface="Helvetica" pitchFamily="2" charset="0"/>
              </a:rPr>
              <a:t>Mut</a:t>
            </a:r>
          </a:p>
        </p:txBody>
      </p:sp>
    </p:spTree>
    <p:extLst>
      <p:ext uri="{BB962C8B-B14F-4D97-AF65-F5344CB8AC3E}">
        <p14:creationId xmlns:p14="http://schemas.microsoft.com/office/powerpoint/2010/main" val="4021647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tri2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8A3F79"/>
      </a:accent1>
      <a:accent2>
        <a:srgbClr val="8294F5"/>
      </a:accent2>
      <a:accent3>
        <a:srgbClr val="E7E8FC"/>
      </a:accent3>
      <a:accent4>
        <a:srgbClr val="CBADEA"/>
      </a:accent4>
      <a:accent5>
        <a:srgbClr val="F5C3EF"/>
      </a:accent5>
      <a:accent6>
        <a:srgbClr val="FEEEBC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16</Words>
  <Application>Microsoft Macintosh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8</cp:revision>
  <dcterms:created xsi:type="dcterms:W3CDTF">2026-05-28T17:51:40Z</dcterms:created>
  <dcterms:modified xsi:type="dcterms:W3CDTF">2026-06-18T18:47:54Z</dcterms:modified>
</cp:coreProperties>
</file>