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4008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712"/>
  </p:normalViewPr>
  <p:slideViewPr>
    <p:cSldViewPr snapToGrid="0">
      <p:cViewPr>
        <p:scale>
          <a:sx n="144" d="100"/>
          <a:sy n="144" d="100"/>
        </p:scale>
        <p:origin x="1752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" y="748242"/>
            <a:ext cx="5440680" cy="1591733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2401359"/>
            <a:ext cx="4800600" cy="1103841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815" indent="0" algn="ctr">
              <a:buNone/>
              <a:defRPr sz="1333"/>
            </a:lvl2pPr>
            <a:lvl3pPr marL="609630" indent="0" algn="ctr">
              <a:buNone/>
              <a:defRPr sz="1200"/>
            </a:lvl3pPr>
            <a:lvl4pPr marL="914446" indent="0" algn="ctr">
              <a:buNone/>
              <a:defRPr sz="1067"/>
            </a:lvl4pPr>
            <a:lvl5pPr marL="1219261" indent="0" algn="ctr">
              <a:buNone/>
              <a:defRPr sz="1067"/>
            </a:lvl5pPr>
            <a:lvl6pPr marL="1524076" indent="0" algn="ctr">
              <a:buNone/>
              <a:defRPr sz="1067"/>
            </a:lvl6pPr>
            <a:lvl7pPr marL="1828891" indent="0" algn="ctr">
              <a:buNone/>
              <a:defRPr sz="1067"/>
            </a:lvl7pPr>
            <a:lvl8pPr marL="2133707" indent="0" algn="ctr">
              <a:buNone/>
              <a:defRPr sz="1067"/>
            </a:lvl8pPr>
            <a:lvl9pPr marL="2438522" indent="0" algn="ctr">
              <a:buNone/>
              <a:defRPr sz="10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9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35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2" y="1139826"/>
            <a:ext cx="5520690" cy="19018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722" y="3059643"/>
            <a:ext cx="5520690" cy="100012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1pPr>
            <a:lvl2pPr marL="304815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952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055" y="1217083"/>
            <a:ext cx="272034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405" y="1217083"/>
            <a:ext cx="272034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604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243417"/>
            <a:ext cx="552069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889" y="1120775"/>
            <a:ext cx="2707838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0889" y="1670050"/>
            <a:ext cx="2707838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0405" y="1120775"/>
            <a:ext cx="2721174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0405" y="1670050"/>
            <a:ext cx="2721174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509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599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10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304800"/>
            <a:ext cx="2064425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74" y="658284"/>
            <a:ext cx="3240405" cy="3249083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371600"/>
            <a:ext cx="2064425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73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304800"/>
            <a:ext cx="2064425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1174" y="658284"/>
            <a:ext cx="3240405" cy="3249083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371600"/>
            <a:ext cx="2064425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1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48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0573" y="243416"/>
            <a:ext cx="1380173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055" y="243416"/>
            <a:ext cx="4060508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75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055" y="243417"/>
            <a:ext cx="552069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" y="1217083"/>
            <a:ext cx="552069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055" y="4237568"/>
            <a:ext cx="144018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89AAA1-CD3E-6343-8C47-490C1B21047E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0265" y="4237568"/>
            <a:ext cx="216027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0565" y="4237568"/>
            <a:ext cx="144018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63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7AEF48-82C2-93BA-0720-70CA364FDA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6400800" cy="4572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7F6C405-0301-9E99-477C-A9E0EE61191E}"/>
              </a:ext>
            </a:extLst>
          </p:cNvPr>
          <p:cNvSpPr/>
          <p:nvPr/>
        </p:nvSpPr>
        <p:spPr>
          <a:xfrm>
            <a:off x="892885" y="317352"/>
            <a:ext cx="2162287" cy="215444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5DA105-2B83-834F-0571-C4D2350BE47C}"/>
              </a:ext>
            </a:extLst>
          </p:cNvPr>
          <p:cNvSpPr/>
          <p:nvPr/>
        </p:nvSpPr>
        <p:spPr>
          <a:xfrm>
            <a:off x="3248809" y="317351"/>
            <a:ext cx="2834640" cy="215445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0D3C6E-F87A-5FAF-0176-6C7516F02238}"/>
              </a:ext>
            </a:extLst>
          </p:cNvPr>
          <p:cNvSpPr txBox="1"/>
          <p:nvPr/>
        </p:nvSpPr>
        <p:spPr>
          <a:xfrm>
            <a:off x="1644450" y="129091"/>
            <a:ext cx="6591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 dirty="0">
                <a:latin typeface="Helvetica" pitchFamily="2" charset="0"/>
              </a:rPr>
              <a:t>Genotype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CE2799-467C-E103-D784-C290540C2E8B}"/>
              </a:ext>
            </a:extLst>
          </p:cNvPr>
          <p:cNvSpPr txBox="1"/>
          <p:nvPr/>
        </p:nvSpPr>
        <p:spPr>
          <a:xfrm>
            <a:off x="4421510" y="134180"/>
            <a:ext cx="4892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 dirty="0">
                <a:latin typeface="Helvetica" pitchFamily="2" charset="0"/>
              </a:rPr>
              <a:t>Phase</a:t>
            </a:r>
          </a:p>
        </p:txBody>
      </p:sp>
    </p:spTree>
    <p:extLst>
      <p:ext uri="{BB962C8B-B14F-4D97-AF65-F5344CB8AC3E}">
        <p14:creationId xmlns:p14="http://schemas.microsoft.com/office/powerpoint/2010/main" val="2506284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S Duan</dc:creator>
  <cp:lastModifiedBy>Elizabeth S Duan</cp:lastModifiedBy>
  <cp:revision>4</cp:revision>
  <dcterms:created xsi:type="dcterms:W3CDTF">2026-06-01T18:05:54Z</dcterms:created>
  <dcterms:modified xsi:type="dcterms:W3CDTF">2026-06-18T18:48:16Z</dcterms:modified>
</cp:coreProperties>
</file>