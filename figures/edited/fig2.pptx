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4572000" cy="3886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88"/>
    <p:restoredTop sz="94679"/>
  </p:normalViewPr>
  <p:slideViewPr>
    <p:cSldViewPr snapToGrid="0">
      <p:cViewPr varScale="1">
        <p:scale>
          <a:sx n="184" d="100"/>
          <a:sy n="184" d="100"/>
        </p:scale>
        <p:origin x="1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636006"/>
            <a:ext cx="3886200" cy="135297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041155"/>
            <a:ext cx="3429000" cy="938265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2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5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968852"/>
            <a:ext cx="3943350" cy="1616551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600697"/>
            <a:ext cx="3943350" cy="850106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034521"/>
            <a:ext cx="1943100" cy="24657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034521"/>
            <a:ext cx="1943100" cy="24657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1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06905"/>
            <a:ext cx="3943350" cy="7511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952659"/>
            <a:ext cx="1934170" cy="46688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419543"/>
            <a:ext cx="1934170" cy="2087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952659"/>
            <a:ext cx="1943696" cy="46688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419543"/>
            <a:ext cx="1943696" cy="2087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5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7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2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59080"/>
            <a:ext cx="1474589" cy="90678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559542"/>
            <a:ext cx="2314575" cy="27617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165860"/>
            <a:ext cx="1474589" cy="2159900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6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59080"/>
            <a:ext cx="1474589" cy="90678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559542"/>
            <a:ext cx="2314575" cy="2761721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165860"/>
            <a:ext cx="1474589" cy="2159900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8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06904"/>
            <a:ext cx="985838" cy="3293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06904"/>
            <a:ext cx="2900363" cy="3293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06905"/>
            <a:ext cx="3943350" cy="751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034521"/>
            <a:ext cx="3943350" cy="2465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3601933"/>
            <a:ext cx="1028700" cy="206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0EBF9-9B9C-C849-9F58-C2602C06715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3601933"/>
            <a:ext cx="1543050" cy="206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3601933"/>
            <a:ext cx="1028700" cy="206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69EF822E-3460-A28B-8500-2C6C4BEB9A32}"/>
              </a:ext>
            </a:extLst>
          </p:cNvPr>
          <p:cNvGrpSpPr/>
          <p:nvPr/>
        </p:nvGrpSpPr>
        <p:grpSpPr>
          <a:xfrm>
            <a:off x="182416" y="68515"/>
            <a:ext cx="4206170" cy="1046958"/>
            <a:chOff x="450849" y="331081"/>
            <a:chExt cx="4206170" cy="104695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3D34FBB-7053-C7B9-2BF7-674C900DFD39}"/>
                </a:ext>
              </a:extLst>
            </p:cNvPr>
            <p:cNvSpPr/>
            <p:nvPr/>
          </p:nvSpPr>
          <p:spPr>
            <a:xfrm>
              <a:off x="450849" y="331081"/>
              <a:ext cx="4206170" cy="1046958"/>
            </a:xfrm>
            <a:prstGeom prst="roundRect">
              <a:avLst>
                <a:gd name="adj" fmla="val 5838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Helvetica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E6FB650-FD5F-7921-E2EE-168D389136E0}"/>
                </a:ext>
              </a:extLst>
            </p:cNvPr>
            <p:cNvGrpSpPr/>
            <p:nvPr/>
          </p:nvGrpSpPr>
          <p:grpSpPr>
            <a:xfrm>
              <a:off x="622432" y="363893"/>
              <a:ext cx="3851989" cy="962974"/>
              <a:chOff x="693409" y="98714"/>
              <a:chExt cx="3851989" cy="962974"/>
            </a:xfrm>
          </p:grpSpPr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F4937591-513C-C7A7-D1F1-97A23AC8AEEE}"/>
                  </a:ext>
                </a:extLst>
              </p:cNvPr>
              <p:cNvSpPr/>
              <p:nvPr/>
            </p:nvSpPr>
            <p:spPr>
              <a:xfrm>
                <a:off x="973802" y="220912"/>
                <a:ext cx="262689" cy="232861"/>
              </a:xfrm>
              <a:prstGeom prst="arc">
                <a:avLst>
                  <a:gd name="adj1" fmla="val 7313636"/>
                  <a:gd name="adj2" fmla="val 0"/>
                </a:avLst>
              </a:prstGeom>
              <a:ln w="25400">
                <a:solidFill>
                  <a:schemeClr val="accent4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9EED050-9EA1-350E-BD34-7460B3AAA84D}"/>
                  </a:ext>
                </a:extLst>
              </p:cNvPr>
              <p:cNvSpPr/>
              <p:nvPr/>
            </p:nvSpPr>
            <p:spPr>
              <a:xfrm>
                <a:off x="1392335" y="530281"/>
                <a:ext cx="166559" cy="155094"/>
              </a:xfrm>
              <a:prstGeom prst="ellipse">
                <a:avLst/>
              </a:prstGeom>
              <a:noFill/>
              <a:ln w="1016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B5AA4F-B506-8214-5CF2-E8B426B29F59}"/>
                  </a:ext>
                </a:extLst>
              </p:cNvPr>
              <p:cNvSpPr txBox="1"/>
              <p:nvPr/>
            </p:nvSpPr>
            <p:spPr>
              <a:xfrm>
                <a:off x="1813667" y="583882"/>
                <a:ext cx="3278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𝛾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129FC-344E-30FF-E256-112786822002}"/>
                  </a:ext>
                </a:extLst>
              </p:cNvPr>
              <p:cNvSpPr txBox="1"/>
              <p:nvPr/>
            </p:nvSpPr>
            <p:spPr>
              <a:xfrm>
                <a:off x="714801" y="192158"/>
                <a:ext cx="36126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𝜓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E13F8B7-40E8-074B-FF33-A2712716D2BB}"/>
                  </a:ext>
                </a:extLst>
              </p:cNvPr>
              <p:cNvSpPr/>
              <p:nvPr/>
            </p:nvSpPr>
            <p:spPr>
              <a:xfrm>
                <a:off x="1096755" y="796027"/>
                <a:ext cx="590927" cy="26566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latin typeface="Helvetica" pitchFamily="2" charset="0"/>
                  </a:rPr>
                  <a:t>Ancestor (</a:t>
                </a:r>
                <a:r>
                  <a:rPr lang="en-US" sz="800" i="1" dirty="0">
                    <a:latin typeface="Helvetica" pitchFamily="2" charset="0"/>
                  </a:rPr>
                  <a:t>A</a:t>
                </a:r>
                <a:r>
                  <a:rPr lang="en-US" sz="800" dirty="0">
                    <a:latin typeface="Helvetica" pitchFamily="2" charset="0"/>
                  </a:rPr>
                  <a:t>)</a:t>
                </a: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A9026E1-46D4-0016-E7A4-F846403D29D9}"/>
                  </a:ext>
                </a:extLst>
              </p:cNvPr>
              <p:cNvGrpSpPr/>
              <p:nvPr/>
            </p:nvGrpSpPr>
            <p:grpSpPr>
              <a:xfrm>
                <a:off x="1736542" y="548350"/>
                <a:ext cx="482072" cy="82701"/>
                <a:chOff x="19217922" y="17409054"/>
                <a:chExt cx="1324115" cy="172613"/>
              </a:xfrm>
            </p:grpSpPr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B467B18-6063-D009-34CB-D6CE289CD1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217922" y="17581667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4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A3B99A0B-E8B9-0C61-5244-3CE5994D5B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217922" y="17409054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4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C2887E-A44E-55E8-E83E-16F1EB2B1C8B}"/>
                  </a:ext>
                </a:extLst>
              </p:cNvPr>
              <p:cNvSpPr txBox="1"/>
              <p:nvPr/>
            </p:nvSpPr>
            <p:spPr>
              <a:xfrm>
                <a:off x="1810984" y="321206"/>
                <a:ext cx="33318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𝜎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632BB59-3266-6131-A25F-EF1A2C9FF699}"/>
                  </a:ext>
                </a:extLst>
              </p:cNvPr>
              <p:cNvGrpSpPr/>
              <p:nvPr/>
            </p:nvGrpSpPr>
            <p:grpSpPr>
              <a:xfrm>
                <a:off x="1095815" y="393620"/>
                <a:ext cx="588779" cy="348270"/>
                <a:chOff x="7196230" y="4833936"/>
                <a:chExt cx="1441360" cy="852584"/>
              </a:xfrm>
            </p:grpSpPr>
            <p:sp>
              <p:nvSpPr>
                <p:cNvPr id="36" name="Rounded Rectangle 35">
                  <a:extLst>
                    <a:ext uri="{FF2B5EF4-FFF2-40B4-BE49-F238E27FC236}">
                      <a16:creationId xmlns:a16="http://schemas.microsoft.com/office/drawing/2014/main" id="{E0FE3D35-FF23-0B34-ABB7-F89D9C67C98E}"/>
                    </a:ext>
                  </a:extLst>
                </p:cNvPr>
                <p:cNvSpPr/>
                <p:nvPr/>
              </p:nvSpPr>
              <p:spPr>
                <a:xfrm>
                  <a:off x="7196230" y="4833936"/>
                  <a:ext cx="1441360" cy="852584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27C066B4-3E38-81B9-45A3-46833DFD5A0F}"/>
                    </a:ext>
                  </a:extLst>
                </p:cNvPr>
                <p:cNvSpPr/>
                <p:nvPr/>
              </p:nvSpPr>
              <p:spPr>
                <a:xfrm>
                  <a:off x="7975495" y="5001222"/>
                  <a:ext cx="488623" cy="488623"/>
                </a:xfrm>
                <a:prstGeom prst="ellipse">
                  <a:avLst/>
                </a:prstGeom>
                <a:noFill/>
                <a:ln w="34925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74373835-0424-BF84-B648-D069AFBC0EC4}"/>
                  </a:ext>
                </a:extLst>
              </p:cNvPr>
              <p:cNvSpPr/>
              <p:nvPr/>
            </p:nvSpPr>
            <p:spPr>
              <a:xfrm rot="16614498">
                <a:off x="832445" y="670996"/>
                <a:ext cx="400157" cy="283937"/>
              </a:xfrm>
              <a:prstGeom prst="arc">
                <a:avLst>
                  <a:gd name="adj1" fmla="val 16460079"/>
                  <a:gd name="adj2" fmla="val 0"/>
                </a:avLst>
              </a:prstGeom>
              <a:ln w="25400">
                <a:solidFill>
                  <a:schemeClr val="accent4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CC64AB-4CE1-1F49-4203-DC71A05B2697}"/>
                  </a:ext>
                </a:extLst>
              </p:cNvPr>
              <p:cNvSpPr txBox="1"/>
              <p:nvPr/>
            </p:nvSpPr>
            <p:spPr>
              <a:xfrm>
                <a:off x="693409" y="478370"/>
                <a:ext cx="3300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𝛿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60BFAD7-E8B3-39D3-C252-116968B8AA9E}"/>
                  </a:ext>
                </a:extLst>
              </p:cNvPr>
              <p:cNvSpPr/>
              <p:nvPr/>
            </p:nvSpPr>
            <p:spPr>
              <a:xfrm>
                <a:off x="2275599" y="796027"/>
                <a:ext cx="590927" cy="26566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Helvetica" pitchFamily="2" charset="0"/>
                  </a:rPr>
                  <a:t>Plasmid-free (</a:t>
                </a:r>
                <a:r>
                  <a:rPr lang="en-US" sz="800" i="1" dirty="0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r>
                  <a:rPr lang="en-US" sz="800" dirty="0">
                    <a:solidFill>
                      <a:schemeClr val="tx1"/>
                    </a:solidFill>
                    <a:latin typeface="Helvetica" pitchFamily="2" charset="0"/>
                  </a:rPr>
                  <a:t>)</a:t>
                </a:r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176913CC-39B9-D93A-D219-4B278B9017CE}"/>
                  </a:ext>
                </a:extLst>
              </p:cNvPr>
              <p:cNvSpPr/>
              <p:nvPr/>
            </p:nvSpPr>
            <p:spPr>
              <a:xfrm>
                <a:off x="2274659" y="393620"/>
                <a:ext cx="588779" cy="348270"/>
              </a:xfrm>
              <a:prstGeom prst="roundRect">
                <a:avLst>
                  <a:gd name="adj" fmla="val 47948"/>
                </a:avLst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1EEAE7-C2E0-9462-9FC6-24CBB2A83E86}"/>
                  </a:ext>
                </a:extLst>
              </p:cNvPr>
              <p:cNvSpPr txBox="1"/>
              <p:nvPr/>
            </p:nvSpPr>
            <p:spPr>
              <a:xfrm>
                <a:off x="3002763" y="583882"/>
                <a:ext cx="3278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𝛾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9A1532E-CD89-5A32-B53B-347EC6990C21}"/>
                  </a:ext>
                </a:extLst>
              </p:cNvPr>
              <p:cNvGrpSpPr/>
              <p:nvPr/>
            </p:nvGrpSpPr>
            <p:grpSpPr>
              <a:xfrm>
                <a:off x="2925638" y="548350"/>
                <a:ext cx="482072" cy="82701"/>
                <a:chOff x="19217922" y="17409054"/>
                <a:chExt cx="1324115" cy="172613"/>
              </a:xfrm>
            </p:grpSpPr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0A6BB7DC-CBA2-D09A-D3FA-F0411E836D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217922" y="17581667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5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0D48BC3B-D727-B480-18CA-A7B962803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217922" y="17409054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5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F5FCEA-3457-3548-D19B-2974740F49BE}"/>
                  </a:ext>
                </a:extLst>
              </p:cNvPr>
              <p:cNvSpPr txBox="1"/>
              <p:nvPr/>
            </p:nvSpPr>
            <p:spPr>
              <a:xfrm>
                <a:off x="3002763" y="321206"/>
                <a:ext cx="3278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𝜎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237E26F-5BFA-55E5-B1AA-FE955C5825FF}"/>
                  </a:ext>
                </a:extLst>
              </p:cNvPr>
              <p:cNvSpPr/>
              <p:nvPr/>
            </p:nvSpPr>
            <p:spPr>
              <a:xfrm>
                <a:off x="3769175" y="524678"/>
                <a:ext cx="166559" cy="155094"/>
              </a:xfrm>
              <a:prstGeom prst="ellipse">
                <a:avLst/>
              </a:prstGeom>
              <a:noFill/>
              <a:ln w="1016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0CB439F-B8E4-7232-5A03-D82CEBC919EE}"/>
                  </a:ext>
                </a:extLst>
              </p:cNvPr>
              <p:cNvSpPr/>
              <p:nvPr/>
            </p:nvSpPr>
            <p:spPr>
              <a:xfrm>
                <a:off x="3473595" y="790424"/>
                <a:ext cx="590927" cy="26566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latin typeface="Helvetica" pitchFamily="2" charset="0"/>
                  </a:rPr>
                  <a:t>Mutant (</a:t>
                </a:r>
                <a:r>
                  <a:rPr lang="en-US" sz="800" i="1" dirty="0">
                    <a:latin typeface="Helvetica" pitchFamily="2" charset="0"/>
                  </a:rPr>
                  <a:t>M</a:t>
                </a:r>
                <a:r>
                  <a:rPr lang="en-US" sz="800" dirty="0">
                    <a:latin typeface="Helvetica" pitchFamily="2" charset="0"/>
                  </a:rPr>
                  <a:t>)</a:t>
                </a: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4DD718C-A221-E89D-432D-95F9FD9A74B6}"/>
                  </a:ext>
                </a:extLst>
              </p:cNvPr>
              <p:cNvGrpSpPr/>
              <p:nvPr/>
            </p:nvGrpSpPr>
            <p:grpSpPr>
              <a:xfrm>
                <a:off x="3472655" y="388017"/>
                <a:ext cx="588779" cy="348270"/>
                <a:chOff x="7196230" y="4833936"/>
                <a:chExt cx="1441360" cy="852584"/>
              </a:xfrm>
            </p:grpSpPr>
            <p:sp>
              <p:nvSpPr>
                <p:cNvPr id="63" name="Rounded Rectangle 62">
                  <a:extLst>
                    <a:ext uri="{FF2B5EF4-FFF2-40B4-BE49-F238E27FC236}">
                      <a16:creationId xmlns:a16="http://schemas.microsoft.com/office/drawing/2014/main" id="{464B79DB-D8D3-B583-C329-382946C264CB}"/>
                    </a:ext>
                  </a:extLst>
                </p:cNvPr>
                <p:cNvSpPr/>
                <p:nvPr/>
              </p:nvSpPr>
              <p:spPr>
                <a:xfrm>
                  <a:off x="7196230" y="4833936"/>
                  <a:ext cx="1441360" cy="852584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50F61A0-BF64-F219-616D-1271F92C6226}"/>
                    </a:ext>
                  </a:extLst>
                </p:cNvPr>
                <p:cNvSpPr/>
                <p:nvPr/>
              </p:nvSpPr>
              <p:spPr>
                <a:xfrm>
                  <a:off x="7975495" y="5001222"/>
                  <a:ext cx="488623" cy="488623"/>
                </a:xfrm>
                <a:prstGeom prst="ellipse">
                  <a:avLst/>
                </a:prstGeom>
                <a:noFill/>
                <a:ln w="3492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61B6C2CB-7B4C-155B-4C95-C9AB8EEDADA5}"/>
                  </a:ext>
                </a:extLst>
              </p:cNvPr>
              <p:cNvSpPr/>
              <p:nvPr/>
            </p:nvSpPr>
            <p:spPr>
              <a:xfrm>
                <a:off x="2205958" y="211422"/>
                <a:ext cx="262689" cy="232861"/>
              </a:xfrm>
              <a:prstGeom prst="arc">
                <a:avLst>
                  <a:gd name="adj1" fmla="val 7313636"/>
                  <a:gd name="adj2" fmla="val 0"/>
                </a:avLst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75A1D23-9C29-B2F1-DA01-756636A40C59}"/>
                  </a:ext>
                </a:extLst>
              </p:cNvPr>
              <p:cNvSpPr txBox="1"/>
              <p:nvPr/>
            </p:nvSpPr>
            <p:spPr>
              <a:xfrm>
                <a:off x="1939613" y="158538"/>
                <a:ext cx="36126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𝜓</a:t>
                </a:r>
                <a:r>
                  <a:rPr lang="en-US" sz="1000" baseline="-25000" dirty="0">
                    <a:latin typeface="Helvetica" pitchFamily="2" charset="0"/>
                  </a:rPr>
                  <a:t>N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24EF7144-AC5A-1093-B414-40DB1EFE334E}"/>
                  </a:ext>
                </a:extLst>
              </p:cNvPr>
              <p:cNvSpPr/>
              <p:nvPr/>
            </p:nvSpPr>
            <p:spPr>
              <a:xfrm rot="576051" flipH="1">
                <a:off x="2706823" y="240832"/>
                <a:ext cx="400157" cy="283937"/>
              </a:xfrm>
              <a:prstGeom prst="arc">
                <a:avLst>
                  <a:gd name="adj1" fmla="val 16460079"/>
                  <a:gd name="adj2" fmla="val 0"/>
                </a:avLst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A370B05-BDED-2988-0C91-AECC786A10D4}"/>
                  </a:ext>
                </a:extLst>
              </p:cNvPr>
              <p:cNvSpPr txBox="1"/>
              <p:nvPr/>
            </p:nvSpPr>
            <p:spPr>
              <a:xfrm>
                <a:off x="2490847" y="98714"/>
                <a:ext cx="3300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𝛿</a:t>
                </a:r>
                <a:r>
                  <a:rPr lang="en-US" sz="1000" baseline="-25000" dirty="0">
                    <a:latin typeface="Helvetica" pitchFamily="2" charset="0"/>
                  </a:rPr>
                  <a:t>N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6F6D1AA1-DF4D-AEC9-D49D-F91C8F5B3C80}"/>
                  </a:ext>
                </a:extLst>
              </p:cNvPr>
              <p:cNvSpPr/>
              <p:nvPr/>
            </p:nvSpPr>
            <p:spPr>
              <a:xfrm flipH="1">
                <a:off x="3959173" y="220912"/>
                <a:ext cx="262689" cy="232861"/>
              </a:xfrm>
              <a:prstGeom prst="arc">
                <a:avLst>
                  <a:gd name="adj1" fmla="val 7313636"/>
                  <a:gd name="adj2" fmla="val 0"/>
                </a:avLst>
              </a:prstGeom>
              <a:ln w="25400">
                <a:solidFill>
                  <a:schemeClr val="accent5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FAFC9C59-924D-1177-326E-9DC7168BB609}"/>
                  </a:ext>
                </a:extLst>
              </p:cNvPr>
              <p:cNvSpPr/>
              <p:nvPr/>
            </p:nvSpPr>
            <p:spPr>
              <a:xfrm rot="4985502" flipH="1">
                <a:off x="3933538" y="670996"/>
                <a:ext cx="400157" cy="283937"/>
              </a:xfrm>
              <a:prstGeom prst="arc">
                <a:avLst>
                  <a:gd name="adj1" fmla="val 16460079"/>
                  <a:gd name="adj2" fmla="val 0"/>
                </a:avLst>
              </a:prstGeom>
              <a:ln w="25400">
                <a:solidFill>
                  <a:schemeClr val="accent5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047AE79-5068-1275-367E-DE8CBA1F1556}"/>
                  </a:ext>
                </a:extLst>
              </p:cNvPr>
              <p:cNvSpPr txBox="1"/>
              <p:nvPr/>
            </p:nvSpPr>
            <p:spPr>
              <a:xfrm>
                <a:off x="4184133" y="192158"/>
                <a:ext cx="36126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𝜓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EC515C8-0A20-E20F-322E-3560940EA7EE}"/>
                  </a:ext>
                </a:extLst>
              </p:cNvPr>
              <p:cNvSpPr txBox="1"/>
              <p:nvPr/>
            </p:nvSpPr>
            <p:spPr>
              <a:xfrm>
                <a:off x="4145537" y="478370"/>
                <a:ext cx="3300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𝛿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</p:grp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B8E690A-6B6F-5AC6-C139-F81AFC9FA602}"/>
              </a:ext>
            </a:extLst>
          </p:cNvPr>
          <p:cNvSpPr txBox="1"/>
          <p:nvPr/>
        </p:nvSpPr>
        <p:spPr>
          <a:xfrm>
            <a:off x="151410" y="3359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AE7A3-6827-4287-56D3-816DB782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9" y="1370777"/>
            <a:ext cx="4572000" cy="2514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5AB719-B60A-AAB7-C536-9FCD544F4402}"/>
                  </a:ext>
                </a:extLst>
              </p:cNvPr>
              <p:cNvSpPr txBox="1"/>
              <p:nvPr/>
            </p:nvSpPr>
            <p:spPr>
              <a:xfrm>
                <a:off x="830000" y="1267687"/>
                <a:ext cx="5479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low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endParaRPr lang="en-US" sz="12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5AB719-B60A-AAB7-C536-9FCD544F4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00" y="1267687"/>
                <a:ext cx="547971" cy="276999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8E3C4C-B7F2-B09D-0952-DFDC269C185B}"/>
                  </a:ext>
                </a:extLst>
              </p:cNvPr>
              <p:cNvSpPr txBox="1"/>
              <p:nvPr/>
            </p:nvSpPr>
            <p:spPr>
              <a:xfrm>
                <a:off x="2893040" y="1267687"/>
                <a:ext cx="6072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high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endParaRPr lang="en-US" sz="12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8E3C4C-B7F2-B09D-0952-DFDC269C1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040" y="1267687"/>
                <a:ext cx="607282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66CB711-68CD-8117-50D9-8BE9175F487F}"/>
              </a:ext>
            </a:extLst>
          </p:cNvPr>
          <p:cNvGrpSpPr/>
          <p:nvPr/>
        </p:nvGrpSpPr>
        <p:grpSpPr>
          <a:xfrm>
            <a:off x="3498366" y="1212414"/>
            <a:ext cx="698772" cy="387544"/>
            <a:chOff x="-553441" y="1259384"/>
            <a:chExt cx="698772" cy="38754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DC29218-83AF-05E3-A9B6-1B793ED2FD7D}"/>
                </a:ext>
              </a:extLst>
            </p:cNvPr>
            <p:cNvSpPr/>
            <p:nvPr/>
          </p:nvSpPr>
          <p:spPr>
            <a:xfrm>
              <a:off x="-553441" y="1259384"/>
              <a:ext cx="698772" cy="387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10285A1E-845E-013D-B895-395E95B43E42}"/>
                </a:ext>
              </a:extLst>
            </p:cNvPr>
            <p:cNvSpPr/>
            <p:nvPr/>
          </p:nvSpPr>
          <p:spPr>
            <a:xfrm rot="20083086">
              <a:off x="-525224" y="1317983"/>
              <a:ext cx="154288" cy="91263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Helvetica" pitchFamily="2" charset="0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13CC9DC-0680-1311-5820-25C2EE970BC2}"/>
                </a:ext>
              </a:extLst>
            </p:cNvPr>
            <p:cNvGrpSpPr/>
            <p:nvPr/>
          </p:nvGrpSpPr>
          <p:grpSpPr>
            <a:xfrm rot="20042611">
              <a:off x="-534672" y="1510090"/>
              <a:ext cx="154288" cy="91263"/>
              <a:chOff x="6979" y="1284864"/>
              <a:chExt cx="588779" cy="348270"/>
            </a:xfrm>
          </p:grpSpPr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3DE80AEF-7953-BA58-23D4-17FF3952E28B}"/>
                  </a:ext>
                </a:extLst>
              </p:cNvPr>
              <p:cNvSpPr/>
              <p:nvPr/>
            </p:nvSpPr>
            <p:spPr>
              <a:xfrm>
                <a:off x="6979" y="1284864"/>
                <a:ext cx="588779" cy="348270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12A12CB-A15E-1FED-5170-3BB307905792}"/>
                  </a:ext>
                </a:extLst>
              </p:cNvPr>
              <p:cNvSpPr/>
              <p:nvPr/>
            </p:nvSpPr>
            <p:spPr>
              <a:xfrm>
                <a:off x="319623" y="1364860"/>
                <a:ext cx="199597" cy="199594"/>
              </a:xfrm>
              <a:prstGeom prst="ellipse">
                <a:avLst/>
              </a:prstGeom>
              <a:noFill/>
              <a:ln w="127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</p:grp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8F6B5A33-09C7-86E1-F09D-C3C4DACC538D}"/>
                </a:ext>
              </a:extLst>
            </p:cNvPr>
            <p:cNvSpPr/>
            <p:nvPr/>
          </p:nvSpPr>
          <p:spPr>
            <a:xfrm rot="488309">
              <a:off x="-401566" y="1408102"/>
              <a:ext cx="154288" cy="91263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Helvetica" pitchFamily="2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F563737-48EC-9685-CEED-D67D7795F319}"/>
                </a:ext>
              </a:extLst>
            </p:cNvPr>
            <p:cNvGrpSpPr/>
            <p:nvPr/>
          </p:nvGrpSpPr>
          <p:grpSpPr>
            <a:xfrm>
              <a:off x="-333360" y="1525725"/>
              <a:ext cx="154288" cy="91263"/>
              <a:chOff x="6979" y="1284864"/>
              <a:chExt cx="588779" cy="348270"/>
            </a:xfrm>
          </p:grpSpPr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FAA9E681-733C-14FF-01E6-7236D51D677E}"/>
                  </a:ext>
                </a:extLst>
              </p:cNvPr>
              <p:cNvSpPr/>
              <p:nvPr/>
            </p:nvSpPr>
            <p:spPr>
              <a:xfrm>
                <a:off x="6979" y="1284864"/>
                <a:ext cx="588779" cy="348270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7B9C5F7-1F73-0CEE-8709-F110E61FBA38}"/>
                  </a:ext>
                </a:extLst>
              </p:cNvPr>
              <p:cNvSpPr/>
              <p:nvPr/>
            </p:nvSpPr>
            <p:spPr>
              <a:xfrm>
                <a:off x="325300" y="1353198"/>
                <a:ext cx="199597" cy="199596"/>
              </a:xfrm>
              <a:prstGeom prst="ellipse">
                <a:avLst/>
              </a:prstGeom>
              <a:noFill/>
              <a:ln w="127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</p:grp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E2C13891-FBBB-35E2-774E-EC3D93DC48CF}"/>
                </a:ext>
              </a:extLst>
            </p:cNvPr>
            <p:cNvSpPr/>
            <p:nvPr/>
          </p:nvSpPr>
          <p:spPr>
            <a:xfrm rot="20083086">
              <a:off x="-206809" y="1378937"/>
              <a:ext cx="154288" cy="91263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Helvetica" pitchFamily="2" charset="0"/>
              </a:endParaRP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A3574370-A28E-ECA9-F8E5-83E60F6E123D}"/>
                </a:ext>
              </a:extLst>
            </p:cNvPr>
            <p:cNvSpPr/>
            <p:nvPr/>
          </p:nvSpPr>
          <p:spPr>
            <a:xfrm rot="488309">
              <a:off x="-148212" y="1522195"/>
              <a:ext cx="154288" cy="91263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Helvetica" pitchFamily="2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7F9FB65-12C9-59E3-E3DF-13EA5445CB22}"/>
                </a:ext>
              </a:extLst>
            </p:cNvPr>
            <p:cNvGrpSpPr/>
            <p:nvPr/>
          </p:nvGrpSpPr>
          <p:grpSpPr>
            <a:xfrm rot="1532720">
              <a:off x="-66495" y="1296574"/>
              <a:ext cx="154288" cy="91263"/>
              <a:chOff x="6979" y="1284864"/>
              <a:chExt cx="588779" cy="348270"/>
            </a:xfrm>
          </p:grpSpPr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E66C8804-3D72-12CE-764F-ED83BE11C45E}"/>
                  </a:ext>
                </a:extLst>
              </p:cNvPr>
              <p:cNvSpPr/>
              <p:nvPr/>
            </p:nvSpPr>
            <p:spPr>
              <a:xfrm>
                <a:off x="6979" y="1284864"/>
                <a:ext cx="588779" cy="348270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E79ECCD-DBDF-2AA5-5B32-410420933A86}"/>
                  </a:ext>
                </a:extLst>
              </p:cNvPr>
              <p:cNvSpPr/>
              <p:nvPr/>
            </p:nvSpPr>
            <p:spPr>
              <a:xfrm>
                <a:off x="325300" y="1353198"/>
                <a:ext cx="199597" cy="199596"/>
              </a:xfrm>
              <a:prstGeom prst="ellipse">
                <a:avLst/>
              </a:prstGeom>
              <a:noFill/>
              <a:ln w="127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</p:grp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130F2CBE-5AA0-8506-9164-CAC5A88DC084}"/>
                </a:ext>
              </a:extLst>
            </p:cNvPr>
            <p:cNvSpPr/>
            <p:nvPr/>
          </p:nvSpPr>
          <p:spPr>
            <a:xfrm>
              <a:off x="-339873" y="1290171"/>
              <a:ext cx="154288" cy="91263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Helvetica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D3C1952-F680-6844-A7D8-811106864F08}"/>
                </a:ext>
              </a:extLst>
            </p:cNvPr>
            <p:cNvGrpSpPr/>
            <p:nvPr/>
          </p:nvGrpSpPr>
          <p:grpSpPr>
            <a:xfrm rot="13005164">
              <a:off x="-23210" y="1449929"/>
              <a:ext cx="154288" cy="91263"/>
              <a:chOff x="6979" y="1284864"/>
              <a:chExt cx="588779" cy="348270"/>
            </a:xfrm>
          </p:grpSpPr>
          <p:sp>
            <p:nvSpPr>
              <p:cNvPr id="70" name="Rounded Rectangle 69">
                <a:extLst>
                  <a:ext uri="{FF2B5EF4-FFF2-40B4-BE49-F238E27FC236}">
                    <a16:creationId xmlns:a16="http://schemas.microsoft.com/office/drawing/2014/main" id="{0C5C5979-8E36-87BF-BDE2-3D81314FBB24}"/>
                  </a:ext>
                </a:extLst>
              </p:cNvPr>
              <p:cNvSpPr/>
              <p:nvPr/>
            </p:nvSpPr>
            <p:spPr>
              <a:xfrm>
                <a:off x="6979" y="1284864"/>
                <a:ext cx="588779" cy="348270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B17CD7C-C7F3-FD86-0245-0D3102D13007}"/>
                  </a:ext>
                </a:extLst>
              </p:cNvPr>
              <p:cNvSpPr/>
              <p:nvPr/>
            </p:nvSpPr>
            <p:spPr>
              <a:xfrm>
                <a:off x="325300" y="1353198"/>
                <a:ext cx="199597" cy="199596"/>
              </a:xfrm>
              <a:prstGeom prst="ellipse">
                <a:avLst/>
              </a:prstGeom>
              <a:noFill/>
              <a:ln w="127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30399DE-3C76-09F1-1877-662E9FE30908}"/>
              </a:ext>
            </a:extLst>
          </p:cNvPr>
          <p:cNvGrpSpPr/>
          <p:nvPr/>
        </p:nvGrpSpPr>
        <p:grpSpPr>
          <a:xfrm>
            <a:off x="1397132" y="1212414"/>
            <a:ext cx="698772" cy="387544"/>
            <a:chOff x="1586362" y="1136475"/>
            <a:chExt cx="698772" cy="38754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D974854-98F0-3CD8-25A1-823E5192547F}"/>
                </a:ext>
              </a:extLst>
            </p:cNvPr>
            <p:cNvGrpSpPr/>
            <p:nvPr/>
          </p:nvGrpSpPr>
          <p:grpSpPr>
            <a:xfrm>
              <a:off x="1586362" y="1136475"/>
              <a:ext cx="698772" cy="387544"/>
              <a:chOff x="-553441" y="1259384"/>
              <a:chExt cx="698772" cy="38754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ECA827-E587-0A90-13B1-AF43735A9F47}"/>
                  </a:ext>
                </a:extLst>
              </p:cNvPr>
              <p:cNvSpPr/>
              <p:nvPr/>
            </p:nvSpPr>
            <p:spPr>
              <a:xfrm>
                <a:off x="-553441" y="1259384"/>
                <a:ext cx="698772" cy="3875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1CAE329-E594-4F6E-8488-19E2E9F64A0C}"/>
                  </a:ext>
                </a:extLst>
              </p:cNvPr>
              <p:cNvSpPr/>
              <p:nvPr/>
            </p:nvSpPr>
            <p:spPr>
              <a:xfrm rot="20083086">
                <a:off x="-525224" y="1317983"/>
                <a:ext cx="154288" cy="91263"/>
              </a:xfrm>
              <a:prstGeom prst="roundRect">
                <a:avLst>
                  <a:gd name="adj" fmla="val 47948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10B9F7A-4B04-C0F7-BB48-6D476EB2E3C5}"/>
                  </a:ext>
                </a:extLst>
              </p:cNvPr>
              <p:cNvGrpSpPr/>
              <p:nvPr/>
            </p:nvGrpSpPr>
            <p:grpSpPr>
              <a:xfrm rot="20042611">
                <a:off x="-534672" y="1510090"/>
                <a:ext cx="154288" cy="91263"/>
                <a:chOff x="6979" y="1284864"/>
                <a:chExt cx="588779" cy="348270"/>
              </a:xfrm>
            </p:grpSpPr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id="{47E5287E-638F-8F7D-9418-73B3C9AC8597}"/>
                    </a:ext>
                  </a:extLst>
                </p:cNvPr>
                <p:cNvSpPr/>
                <p:nvPr/>
              </p:nvSpPr>
              <p:spPr>
                <a:xfrm>
                  <a:off x="6979" y="1284864"/>
                  <a:ext cx="588779" cy="348270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DFEC878-195F-FB15-0BAA-8B3BCC18AE99}"/>
                    </a:ext>
                  </a:extLst>
                </p:cNvPr>
                <p:cNvSpPr/>
                <p:nvPr/>
              </p:nvSpPr>
              <p:spPr>
                <a:xfrm>
                  <a:off x="325300" y="1353198"/>
                  <a:ext cx="199597" cy="199596"/>
                </a:xfrm>
                <a:prstGeom prst="ellipse">
                  <a:avLst/>
                </a:prstGeom>
                <a:noFill/>
                <a:ln w="127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9EAA81D-BE9F-8101-300E-6DC2500F1152}"/>
                  </a:ext>
                </a:extLst>
              </p:cNvPr>
              <p:cNvGrpSpPr/>
              <p:nvPr/>
            </p:nvGrpSpPr>
            <p:grpSpPr>
              <a:xfrm rot="488309">
                <a:off x="-401566" y="1408102"/>
                <a:ext cx="154288" cy="91263"/>
                <a:chOff x="6979" y="1284864"/>
                <a:chExt cx="588779" cy="348270"/>
              </a:xfrm>
            </p:grpSpPr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82C5D487-B011-CFD0-FC4C-C77D16BF6BFF}"/>
                    </a:ext>
                  </a:extLst>
                </p:cNvPr>
                <p:cNvSpPr/>
                <p:nvPr/>
              </p:nvSpPr>
              <p:spPr>
                <a:xfrm>
                  <a:off x="6979" y="1284864"/>
                  <a:ext cx="588779" cy="348270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5E53F40A-A921-B20D-F3D5-A0DDB2DDC037}"/>
                    </a:ext>
                  </a:extLst>
                </p:cNvPr>
                <p:cNvSpPr/>
                <p:nvPr/>
              </p:nvSpPr>
              <p:spPr>
                <a:xfrm>
                  <a:off x="325300" y="1353198"/>
                  <a:ext cx="199597" cy="199596"/>
                </a:xfrm>
                <a:prstGeom prst="ellipse">
                  <a:avLst/>
                </a:prstGeom>
                <a:noFill/>
                <a:ln w="127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B7C5D85-9CF0-15BC-6885-5CB7B2BA3BB6}"/>
                  </a:ext>
                </a:extLst>
              </p:cNvPr>
              <p:cNvGrpSpPr/>
              <p:nvPr/>
            </p:nvGrpSpPr>
            <p:grpSpPr>
              <a:xfrm>
                <a:off x="-333360" y="1525725"/>
                <a:ext cx="154288" cy="91263"/>
                <a:chOff x="6979" y="1284864"/>
                <a:chExt cx="588779" cy="348270"/>
              </a:xfrm>
            </p:grpSpPr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F5DE6F2F-1F54-09C4-797C-415B1463757B}"/>
                    </a:ext>
                  </a:extLst>
                </p:cNvPr>
                <p:cNvSpPr/>
                <p:nvPr/>
              </p:nvSpPr>
              <p:spPr>
                <a:xfrm>
                  <a:off x="6979" y="1284864"/>
                  <a:ext cx="588779" cy="348270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081DECA-5EEF-C3F6-475B-4DB61CB6CA7E}"/>
                    </a:ext>
                  </a:extLst>
                </p:cNvPr>
                <p:cNvSpPr/>
                <p:nvPr/>
              </p:nvSpPr>
              <p:spPr>
                <a:xfrm>
                  <a:off x="325300" y="1353198"/>
                  <a:ext cx="199597" cy="199596"/>
                </a:xfrm>
                <a:prstGeom prst="ellipse">
                  <a:avLst/>
                </a:prstGeom>
                <a:noFill/>
                <a:ln w="127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C3CEC34-70AC-8EDE-DD11-C5C4D543EC2F}"/>
                  </a:ext>
                </a:extLst>
              </p:cNvPr>
              <p:cNvSpPr/>
              <p:nvPr/>
            </p:nvSpPr>
            <p:spPr>
              <a:xfrm rot="20083086">
                <a:off x="-206809" y="1378937"/>
                <a:ext cx="154288" cy="91263"/>
              </a:xfrm>
              <a:prstGeom prst="roundRect">
                <a:avLst>
                  <a:gd name="adj" fmla="val 47948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5111542-01E3-7829-D0DC-4E71D7FE504E}"/>
                  </a:ext>
                </a:extLst>
              </p:cNvPr>
              <p:cNvGrpSpPr/>
              <p:nvPr/>
            </p:nvGrpSpPr>
            <p:grpSpPr>
              <a:xfrm rot="488309">
                <a:off x="-148212" y="1522195"/>
                <a:ext cx="154288" cy="91263"/>
                <a:chOff x="6979" y="1284864"/>
                <a:chExt cx="588779" cy="348270"/>
              </a:xfrm>
            </p:grpSpPr>
            <p:sp>
              <p:nvSpPr>
                <p:cNvPr id="27" name="Rounded Rectangle 26">
                  <a:extLst>
                    <a:ext uri="{FF2B5EF4-FFF2-40B4-BE49-F238E27FC236}">
                      <a16:creationId xmlns:a16="http://schemas.microsoft.com/office/drawing/2014/main" id="{BE8C29B7-9AAD-5E92-C1D1-A1B09C3DEEC0}"/>
                    </a:ext>
                  </a:extLst>
                </p:cNvPr>
                <p:cNvSpPr/>
                <p:nvPr/>
              </p:nvSpPr>
              <p:spPr>
                <a:xfrm>
                  <a:off x="6979" y="1284864"/>
                  <a:ext cx="588779" cy="348270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CED5866-EC48-6638-8A2A-BD9B85987376}"/>
                    </a:ext>
                  </a:extLst>
                </p:cNvPr>
                <p:cNvSpPr/>
                <p:nvPr/>
              </p:nvSpPr>
              <p:spPr>
                <a:xfrm>
                  <a:off x="325300" y="1353198"/>
                  <a:ext cx="199597" cy="199596"/>
                </a:xfrm>
                <a:prstGeom prst="ellipse">
                  <a:avLst/>
                </a:prstGeom>
                <a:noFill/>
                <a:ln w="127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9FCCAC6-8AC2-2DCE-3B41-F0FB3467EA54}"/>
                  </a:ext>
                </a:extLst>
              </p:cNvPr>
              <p:cNvGrpSpPr/>
              <p:nvPr/>
            </p:nvGrpSpPr>
            <p:grpSpPr>
              <a:xfrm rot="1532720">
                <a:off x="-66495" y="1296574"/>
                <a:ext cx="154288" cy="91263"/>
                <a:chOff x="6979" y="1284864"/>
                <a:chExt cx="588779" cy="348270"/>
              </a:xfrm>
            </p:grpSpPr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id="{090CEE40-CFAC-55FB-813E-627002BFB7BD}"/>
                    </a:ext>
                  </a:extLst>
                </p:cNvPr>
                <p:cNvSpPr/>
                <p:nvPr/>
              </p:nvSpPr>
              <p:spPr>
                <a:xfrm>
                  <a:off x="6979" y="1284864"/>
                  <a:ext cx="588779" cy="348270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80D54229-DEF9-E2A1-716C-F33CBBBB5503}"/>
                    </a:ext>
                  </a:extLst>
                </p:cNvPr>
                <p:cNvSpPr/>
                <p:nvPr/>
              </p:nvSpPr>
              <p:spPr>
                <a:xfrm>
                  <a:off x="325300" y="1353198"/>
                  <a:ext cx="199597" cy="199596"/>
                </a:xfrm>
                <a:prstGeom prst="ellipse">
                  <a:avLst/>
                </a:prstGeom>
                <a:noFill/>
                <a:ln w="127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4D95487F-104A-0820-1211-4788698F759E}"/>
                  </a:ext>
                </a:extLst>
              </p:cNvPr>
              <p:cNvSpPr/>
              <p:nvPr/>
            </p:nvSpPr>
            <p:spPr>
              <a:xfrm>
                <a:off x="-339873" y="1290171"/>
                <a:ext cx="154288" cy="91263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8758E8C-AD59-B895-5A8C-1FE351C2A536}"/>
                  </a:ext>
                </a:extLst>
              </p:cNvPr>
              <p:cNvGrpSpPr/>
              <p:nvPr/>
            </p:nvGrpSpPr>
            <p:grpSpPr>
              <a:xfrm rot="13005164">
                <a:off x="-23210" y="1449929"/>
                <a:ext cx="154288" cy="91263"/>
                <a:chOff x="6979" y="1284864"/>
                <a:chExt cx="588779" cy="348270"/>
              </a:xfrm>
            </p:grpSpPr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0BFA8FFA-713C-FCD0-55D7-FB7A456E4073}"/>
                    </a:ext>
                  </a:extLst>
                </p:cNvPr>
                <p:cNvSpPr/>
                <p:nvPr/>
              </p:nvSpPr>
              <p:spPr>
                <a:xfrm>
                  <a:off x="6979" y="1284864"/>
                  <a:ext cx="588779" cy="348270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6DBD76DA-0D4A-51D0-78A2-1EB57CFF6BB2}"/>
                    </a:ext>
                  </a:extLst>
                </p:cNvPr>
                <p:cNvSpPr/>
                <p:nvPr/>
              </p:nvSpPr>
              <p:spPr>
                <a:xfrm>
                  <a:off x="325300" y="1353198"/>
                  <a:ext cx="199597" cy="199596"/>
                </a:xfrm>
                <a:prstGeom prst="ellipse">
                  <a:avLst/>
                </a:prstGeom>
                <a:noFill/>
                <a:ln w="127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</p:grp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DC06750-95E0-32D9-C7E2-185BEC2801EE}"/>
                </a:ext>
              </a:extLst>
            </p:cNvPr>
            <p:cNvSpPr/>
            <p:nvPr/>
          </p:nvSpPr>
          <p:spPr>
            <a:xfrm rot="488309">
              <a:off x="1881681" y="1187082"/>
              <a:ext cx="52304" cy="52303"/>
            </a:xfrm>
            <a:prstGeom prst="ellipse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516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9E6B8"/>
      </a:accent1>
      <a:accent2>
        <a:srgbClr val="3BA9A4"/>
      </a:accent2>
      <a:accent3>
        <a:srgbClr val="FEA45A"/>
      </a:accent3>
      <a:accent4>
        <a:srgbClr val="8A3F79"/>
      </a:accent4>
      <a:accent5>
        <a:srgbClr val="8294F5"/>
      </a:accent5>
      <a:accent6>
        <a:srgbClr val="E6E9FC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398</TotalTime>
  <Words>37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10</cp:revision>
  <dcterms:created xsi:type="dcterms:W3CDTF">2026-05-28T17:21:36Z</dcterms:created>
  <dcterms:modified xsi:type="dcterms:W3CDTF">2026-07-02T23:02:06Z</dcterms:modified>
</cp:coreProperties>
</file>