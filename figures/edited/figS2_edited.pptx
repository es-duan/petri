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</p:sldIdLst>
  <p:sldSz cx="6400800" cy="3429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074"/>
    <p:restoredTop sz="94622"/>
  </p:normalViewPr>
  <p:slideViewPr>
    <p:cSldViewPr snapToGrid="0">
      <p:cViewPr>
        <p:scale>
          <a:sx n="163" d="100"/>
          <a:sy n="163" d="100"/>
        </p:scale>
        <p:origin x="248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0100" y="561181"/>
            <a:ext cx="4800600" cy="1193800"/>
          </a:xfrm>
        </p:spPr>
        <p:txBody>
          <a:bodyPr anchor="b"/>
          <a:lstStyle>
            <a:lvl1pPr algn="ctr"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0100" y="1801019"/>
            <a:ext cx="4800600" cy="82788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6A748-8F43-1948-93A2-534F40B96D47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58B1C-EF32-7C42-A3EE-3DE6FFA714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0926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6A748-8F43-1948-93A2-534F40B96D47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58B1C-EF32-7C42-A3EE-3DE6FFA714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039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6721" y="854869"/>
            <a:ext cx="5520690" cy="1426369"/>
          </a:xfrm>
        </p:spPr>
        <p:txBody>
          <a:bodyPr anchor="b"/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6721" y="2294732"/>
            <a:ext cx="5520690" cy="750094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82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6A748-8F43-1948-93A2-534F40B96D47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58B1C-EF32-7C42-A3EE-3DE6FFA714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960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0055" y="912812"/>
            <a:ext cx="2720340" cy="21756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40405" y="912812"/>
            <a:ext cx="2720340" cy="21756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6A748-8F43-1948-93A2-534F40B96D47}" type="datetimeFigureOut">
              <a:rPr lang="en-US" smtClean="0"/>
              <a:t>6/1/26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58B1C-EF32-7C42-A3EE-3DE6FFA714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549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889" y="182563"/>
            <a:ext cx="5520690" cy="66278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0889" y="840582"/>
            <a:ext cx="2707838" cy="411956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0889" y="1252538"/>
            <a:ext cx="2707838" cy="18422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40405" y="840582"/>
            <a:ext cx="2721174" cy="411956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240405" y="1252538"/>
            <a:ext cx="2721174" cy="18422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6A748-8F43-1948-93A2-534F40B96D47}" type="datetimeFigureOut">
              <a:rPr lang="en-US" smtClean="0"/>
              <a:t>6/1/26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58B1C-EF32-7C42-A3EE-3DE6FFA714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780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6A748-8F43-1948-93A2-534F40B96D47}" type="datetimeFigureOut">
              <a:rPr lang="en-US" smtClean="0"/>
              <a:t>6/1/26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58B1C-EF32-7C42-A3EE-3DE6FFA714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382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6A748-8F43-1948-93A2-534F40B96D47}" type="datetimeFigureOut">
              <a:rPr lang="en-US" smtClean="0"/>
              <a:t>6/1/26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58B1C-EF32-7C42-A3EE-3DE6FFA714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623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889" y="228600"/>
            <a:ext cx="2064424" cy="80010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21174" y="493713"/>
            <a:ext cx="3240405" cy="2436813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0889" y="1028700"/>
            <a:ext cx="2064424" cy="1905794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6A748-8F43-1948-93A2-534F40B96D47}" type="datetimeFigureOut">
              <a:rPr lang="en-US" smtClean="0"/>
              <a:t>6/1/26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58B1C-EF32-7C42-A3EE-3DE6FFA714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678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889" y="228600"/>
            <a:ext cx="2064424" cy="80010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721174" y="493713"/>
            <a:ext cx="3240405" cy="2436813"/>
          </a:xfrm>
        </p:spPr>
        <p:txBody>
          <a:bodyPr anchor="t"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0889" y="1028700"/>
            <a:ext cx="2064424" cy="1905794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6A748-8F43-1948-93A2-534F40B96D47}" type="datetimeFigureOut">
              <a:rPr lang="en-US" smtClean="0"/>
              <a:t>6/1/26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58B1C-EF32-7C42-A3EE-3DE6FFA714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3576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6A748-8F43-1948-93A2-534F40B96D47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58B1C-EF32-7C42-A3EE-3DE6FFA714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748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580572" y="182562"/>
            <a:ext cx="1380173" cy="290591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0055" y="182562"/>
            <a:ext cx="4060508" cy="290591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6A748-8F43-1948-93A2-534F40B96D47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58B1C-EF32-7C42-A3EE-3DE6FFA714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576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40055" y="182563"/>
            <a:ext cx="5520690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0055" y="912812"/>
            <a:ext cx="5520690" cy="21756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40055" y="3178175"/>
            <a:ext cx="1440180" cy="1825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46A748-8F43-1948-93A2-534F40B96D47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20265" y="3178175"/>
            <a:ext cx="2160270" cy="1825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520565" y="3178175"/>
            <a:ext cx="1440180" cy="1825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F58B1C-EF32-7C42-A3EE-3DE6FFA714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567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76E1AC9-9214-CDD9-9DB4-814D17CF99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"/>
            <a:ext cx="6400800" cy="2971800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14DD6040-11E8-6D3C-30CC-C485E9DE9396}"/>
              </a:ext>
            </a:extLst>
          </p:cNvPr>
          <p:cNvGrpSpPr/>
          <p:nvPr/>
        </p:nvGrpSpPr>
        <p:grpSpPr>
          <a:xfrm>
            <a:off x="993100" y="161526"/>
            <a:ext cx="1689543" cy="387626"/>
            <a:chOff x="2714324" y="1905801"/>
            <a:chExt cx="1689543" cy="387626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71D529E-68F1-7338-616A-AA1356BE0990}"/>
                </a:ext>
              </a:extLst>
            </p:cNvPr>
            <p:cNvGrpSpPr/>
            <p:nvPr/>
          </p:nvGrpSpPr>
          <p:grpSpPr>
            <a:xfrm>
              <a:off x="2714324" y="1905801"/>
              <a:ext cx="1689543" cy="274531"/>
              <a:chOff x="2406316" y="1795317"/>
              <a:chExt cx="1689543" cy="385014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4B281405-6B5A-095F-4332-EF831D7F4878}"/>
                  </a:ext>
                </a:extLst>
              </p:cNvPr>
              <p:cNvSpPr/>
              <p:nvPr/>
            </p:nvSpPr>
            <p:spPr>
              <a:xfrm>
                <a:off x="2406316" y="1795320"/>
                <a:ext cx="187727" cy="385011"/>
              </a:xfrm>
              <a:prstGeom prst="rect">
                <a:avLst/>
              </a:prstGeom>
              <a:solidFill>
                <a:srgbClr val="E8E9FD"/>
              </a:solidFill>
              <a:ln w="127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CF88B52-F43B-9A43-EFD2-CA5D533B851D}"/>
                  </a:ext>
                </a:extLst>
              </p:cNvPr>
              <p:cNvSpPr/>
              <p:nvPr/>
            </p:nvSpPr>
            <p:spPr>
              <a:xfrm>
                <a:off x="2594043" y="1795319"/>
                <a:ext cx="187727" cy="385011"/>
              </a:xfrm>
              <a:prstGeom prst="rect">
                <a:avLst/>
              </a:prstGeom>
              <a:solidFill>
                <a:srgbClr val="E8E9FD"/>
              </a:solidFill>
              <a:ln w="127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46F91F0A-8074-403B-62CD-6897287E7DBD}"/>
                  </a:ext>
                </a:extLst>
              </p:cNvPr>
              <p:cNvSpPr/>
              <p:nvPr/>
            </p:nvSpPr>
            <p:spPr>
              <a:xfrm>
                <a:off x="2781770" y="1795319"/>
                <a:ext cx="187727" cy="385011"/>
              </a:xfrm>
              <a:prstGeom prst="rect">
                <a:avLst/>
              </a:prstGeom>
              <a:solidFill>
                <a:srgbClr val="E8E9FD"/>
              </a:solidFill>
              <a:ln w="127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379DAF2C-A3D7-60A4-A9B2-6665F1DC35AD}"/>
                  </a:ext>
                </a:extLst>
              </p:cNvPr>
              <p:cNvSpPr/>
              <p:nvPr/>
            </p:nvSpPr>
            <p:spPr>
              <a:xfrm>
                <a:off x="2969497" y="1795319"/>
                <a:ext cx="187727" cy="385011"/>
              </a:xfrm>
              <a:prstGeom prst="rect">
                <a:avLst/>
              </a:prstGeom>
              <a:solidFill>
                <a:srgbClr val="E8E9FD"/>
              </a:solidFill>
              <a:ln w="127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6A5D9F16-72AE-7267-C59F-E5685218A29C}"/>
                  </a:ext>
                </a:extLst>
              </p:cNvPr>
              <p:cNvSpPr/>
              <p:nvPr/>
            </p:nvSpPr>
            <p:spPr>
              <a:xfrm>
                <a:off x="3157224" y="1795318"/>
                <a:ext cx="187727" cy="385011"/>
              </a:xfrm>
              <a:prstGeom prst="rect">
                <a:avLst/>
              </a:prstGeom>
              <a:solidFill>
                <a:srgbClr val="E8E9FD"/>
              </a:solidFill>
              <a:ln w="127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0CA6218E-0031-5F59-7A1F-961D6AE3D033}"/>
                  </a:ext>
                </a:extLst>
              </p:cNvPr>
              <p:cNvSpPr/>
              <p:nvPr/>
            </p:nvSpPr>
            <p:spPr>
              <a:xfrm>
                <a:off x="3344951" y="1795318"/>
                <a:ext cx="187727" cy="385011"/>
              </a:xfrm>
              <a:prstGeom prst="rect">
                <a:avLst/>
              </a:prstGeom>
              <a:solidFill>
                <a:srgbClr val="E8E9FD"/>
              </a:solidFill>
              <a:ln w="127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C2581066-7202-378D-84B5-2ADA4E074652}"/>
                  </a:ext>
                </a:extLst>
              </p:cNvPr>
              <p:cNvSpPr/>
              <p:nvPr/>
            </p:nvSpPr>
            <p:spPr>
              <a:xfrm>
                <a:off x="3532678" y="1795318"/>
                <a:ext cx="187727" cy="385011"/>
              </a:xfrm>
              <a:prstGeom prst="rect">
                <a:avLst/>
              </a:prstGeom>
              <a:solidFill>
                <a:srgbClr val="E8E9FD"/>
              </a:solidFill>
              <a:ln w="127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921AB5F2-920F-91CD-A714-3DF6CE47047C}"/>
                  </a:ext>
                </a:extLst>
              </p:cNvPr>
              <p:cNvSpPr/>
              <p:nvPr/>
            </p:nvSpPr>
            <p:spPr>
              <a:xfrm>
                <a:off x="3720405" y="1795317"/>
                <a:ext cx="187727" cy="385011"/>
              </a:xfrm>
              <a:prstGeom prst="rect">
                <a:avLst/>
              </a:prstGeom>
              <a:solidFill>
                <a:srgbClr val="D8AACE"/>
              </a:solidFill>
              <a:ln w="127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1A5D3411-6454-D94E-3724-85219199E636}"/>
                  </a:ext>
                </a:extLst>
              </p:cNvPr>
              <p:cNvSpPr/>
              <p:nvPr/>
            </p:nvSpPr>
            <p:spPr>
              <a:xfrm>
                <a:off x="3908132" y="1795317"/>
                <a:ext cx="187727" cy="385011"/>
              </a:xfrm>
              <a:prstGeom prst="rect">
                <a:avLst/>
              </a:prstGeom>
              <a:solidFill>
                <a:srgbClr val="C4BBEC"/>
              </a:solidFill>
              <a:ln w="127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959CA90F-2CA1-1246-76E3-9E180C818AF6}"/>
                </a:ext>
              </a:extLst>
            </p:cNvPr>
            <p:cNvCxnSpPr/>
            <p:nvPr/>
          </p:nvCxnSpPr>
          <p:spPr>
            <a:xfrm flipV="1">
              <a:off x="2805765" y="2067233"/>
              <a:ext cx="0" cy="226194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9D0BC5B-F895-CC6B-A02D-8D866B923CD6}"/>
              </a:ext>
            </a:extLst>
          </p:cNvPr>
          <p:cNvGrpSpPr/>
          <p:nvPr/>
        </p:nvGrpSpPr>
        <p:grpSpPr>
          <a:xfrm>
            <a:off x="3472001" y="161526"/>
            <a:ext cx="1689543" cy="387626"/>
            <a:chOff x="2714324" y="1905801"/>
            <a:chExt cx="1689543" cy="387626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C5D43F7-54C7-38A9-EC1E-BEF31E1537BA}"/>
                </a:ext>
              </a:extLst>
            </p:cNvPr>
            <p:cNvGrpSpPr/>
            <p:nvPr/>
          </p:nvGrpSpPr>
          <p:grpSpPr>
            <a:xfrm>
              <a:off x="2714324" y="1905801"/>
              <a:ext cx="1689543" cy="274531"/>
              <a:chOff x="2406316" y="1795317"/>
              <a:chExt cx="1689543" cy="385014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06676418-94B1-0AAA-D659-A9946CB00D9E}"/>
                  </a:ext>
                </a:extLst>
              </p:cNvPr>
              <p:cNvSpPr/>
              <p:nvPr/>
            </p:nvSpPr>
            <p:spPr>
              <a:xfrm>
                <a:off x="2406316" y="1795320"/>
                <a:ext cx="187727" cy="385011"/>
              </a:xfrm>
              <a:prstGeom prst="rect">
                <a:avLst/>
              </a:prstGeom>
              <a:solidFill>
                <a:srgbClr val="E8E9FD"/>
              </a:solidFill>
              <a:ln w="127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2A392737-8CE7-1826-8307-C29DB3512C38}"/>
                  </a:ext>
                </a:extLst>
              </p:cNvPr>
              <p:cNvSpPr/>
              <p:nvPr/>
            </p:nvSpPr>
            <p:spPr>
              <a:xfrm>
                <a:off x="2594043" y="1795319"/>
                <a:ext cx="187727" cy="385011"/>
              </a:xfrm>
              <a:prstGeom prst="rect">
                <a:avLst/>
              </a:prstGeom>
              <a:solidFill>
                <a:srgbClr val="E8E9FD"/>
              </a:solidFill>
              <a:ln w="127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B6411AEB-09F5-D96D-5FD8-210D659E2F22}"/>
                  </a:ext>
                </a:extLst>
              </p:cNvPr>
              <p:cNvSpPr/>
              <p:nvPr/>
            </p:nvSpPr>
            <p:spPr>
              <a:xfrm>
                <a:off x="2781770" y="1795319"/>
                <a:ext cx="187727" cy="385011"/>
              </a:xfrm>
              <a:prstGeom prst="rect">
                <a:avLst/>
              </a:prstGeom>
              <a:solidFill>
                <a:srgbClr val="E8E9FD"/>
              </a:solidFill>
              <a:ln w="127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B2C38944-C2BF-912E-5032-8012B13996A8}"/>
                  </a:ext>
                </a:extLst>
              </p:cNvPr>
              <p:cNvSpPr/>
              <p:nvPr/>
            </p:nvSpPr>
            <p:spPr>
              <a:xfrm>
                <a:off x="2969497" y="1795319"/>
                <a:ext cx="187727" cy="385011"/>
              </a:xfrm>
              <a:prstGeom prst="rect">
                <a:avLst/>
              </a:prstGeom>
              <a:solidFill>
                <a:srgbClr val="E8E9FD"/>
              </a:solidFill>
              <a:ln w="127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A022D64D-9A9D-6CE3-6E7D-3A73C6E88A1B}"/>
                  </a:ext>
                </a:extLst>
              </p:cNvPr>
              <p:cNvSpPr/>
              <p:nvPr/>
            </p:nvSpPr>
            <p:spPr>
              <a:xfrm>
                <a:off x="3157224" y="1795318"/>
                <a:ext cx="187727" cy="385011"/>
              </a:xfrm>
              <a:prstGeom prst="rect">
                <a:avLst/>
              </a:prstGeom>
              <a:solidFill>
                <a:srgbClr val="E8E9FD"/>
              </a:solidFill>
              <a:ln w="127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21960055-86E8-7ECA-E2DE-E760909E7437}"/>
                  </a:ext>
                </a:extLst>
              </p:cNvPr>
              <p:cNvSpPr/>
              <p:nvPr/>
            </p:nvSpPr>
            <p:spPr>
              <a:xfrm>
                <a:off x="3344951" y="1795318"/>
                <a:ext cx="187727" cy="385011"/>
              </a:xfrm>
              <a:prstGeom prst="rect">
                <a:avLst/>
              </a:prstGeom>
              <a:solidFill>
                <a:srgbClr val="E8E9FD"/>
              </a:solidFill>
              <a:ln w="127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8A94367C-4B75-C1AE-675D-A7B1485B17C4}"/>
                  </a:ext>
                </a:extLst>
              </p:cNvPr>
              <p:cNvSpPr/>
              <p:nvPr/>
            </p:nvSpPr>
            <p:spPr>
              <a:xfrm>
                <a:off x="3532678" y="1795318"/>
                <a:ext cx="187727" cy="385011"/>
              </a:xfrm>
              <a:prstGeom prst="rect">
                <a:avLst/>
              </a:prstGeom>
              <a:solidFill>
                <a:srgbClr val="E8E9FD"/>
              </a:solidFill>
              <a:ln w="127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1F5EA5B6-04DF-3455-8A06-654365779FF8}"/>
                  </a:ext>
                </a:extLst>
              </p:cNvPr>
              <p:cNvSpPr/>
              <p:nvPr/>
            </p:nvSpPr>
            <p:spPr>
              <a:xfrm>
                <a:off x="3720405" y="1795317"/>
                <a:ext cx="187727" cy="385011"/>
              </a:xfrm>
              <a:prstGeom prst="rect">
                <a:avLst/>
              </a:prstGeom>
              <a:solidFill>
                <a:srgbClr val="D8AACE"/>
              </a:solidFill>
              <a:ln w="127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C9695238-EBCB-27C2-2845-A740081F0B62}"/>
                  </a:ext>
                </a:extLst>
              </p:cNvPr>
              <p:cNvSpPr/>
              <p:nvPr/>
            </p:nvSpPr>
            <p:spPr>
              <a:xfrm>
                <a:off x="3908132" y="1795317"/>
                <a:ext cx="187727" cy="385011"/>
              </a:xfrm>
              <a:prstGeom prst="rect">
                <a:avLst/>
              </a:prstGeom>
              <a:solidFill>
                <a:srgbClr val="C4BBEC"/>
              </a:solidFill>
              <a:ln w="127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932E50FE-050E-B76B-25FE-3A344FF8D3CE}"/>
                </a:ext>
              </a:extLst>
            </p:cNvPr>
            <p:cNvCxnSpPr/>
            <p:nvPr/>
          </p:nvCxnSpPr>
          <p:spPr>
            <a:xfrm flipV="1">
              <a:off x="3927629" y="2067233"/>
              <a:ext cx="0" cy="226194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84D91195-E7D9-61D4-C5D0-435A455F4BD3}"/>
              </a:ext>
            </a:extLst>
          </p:cNvPr>
          <p:cNvSpPr txBox="1"/>
          <p:nvPr/>
        </p:nvSpPr>
        <p:spPr>
          <a:xfrm>
            <a:off x="2803" y="21791"/>
            <a:ext cx="304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Helvetica" pitchFamily="2" charset="0"/>
              </a:rPr>
              <a:t>A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208DCFA-E1D9-D42A-FB45-BE9DA516F5B2}"/>
              </a:ext>
            </a:extLst>
          </p:cNvPr>
          <p:cNvSpPr txBox="1"/>
          <p:nvPr/>
        </p:nvSpPr>
        <p:spPr>
          <a:xfrm>
            <a:off x="3047770" y="21790"/>
            <a:ext cx="304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Helvetica" pitchFamily="2" charset="0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2882880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</TotalTime>
  <Words>2</Words>
  <Application>Microsoft Macintosh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Elizabeth S Duan</dc:creator>
  <cp:lastModifiedBy>Elizabeth S Duan</cp:lastModifiedBy>
  <cp:revision>2</cp:revision>
  <dcterms:created xsi:type="dcterms:W3CDTF">2026-06-01T21:15:43Z</dcterms:created>
  <dcterms:modified xsi:type="dcterms:W3CDTF">2026-06-01T21:47:26Z</dcterms:modified>
</cp:coreProperties>
</file>