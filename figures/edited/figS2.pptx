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0292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43" d="100"/>
          <a:sy n="143" d="100"/>
        </p:scale>
        <p:origin x="2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823066"/>
            <a:ext cx="4274820" cy="1750907"/>
          </a:xfrm>
        </p:spPr>
        <p:txBody>
          <a:bodyPr anchor="b"/>
          <a:lstStyle>
            <a:lvl1pPr algn="ctr"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2641495"/>
            <a:ext cx="3771900" cy="1214225"/>
          </a:xfrm>
        </p:spPr>
        <p:txBody>
          <a:bodyPr/>
          <a:lstStyle>
            <a:lvl1pPr marL="0" indent="0" algn="ctr">
              <a:buNone/>
              <a:defRPr sz="1320"/>
            </a:lvl1pPr>
            <a:lvl2pPr marL="251460" indent="0" algn="ctr">
              <a:buNone/>
              <a:defRPr sz="1100"/>
            </a:lvl2pPr>
            <a:lvl3pPr marL="502920" indent="0" algn="ctr">
              <a:buNone/>
              <a:defRPr sz="990"/>
            </a:lvl3pPr>
            <a:lvl4pPr marL="754380" indent="0" algn="ctr">
              <a:buNone/>
              <a:defRPr sz="880"/>
            </a:lvl4pPr>
            <a:lvl5pPr marL="1005840" indent="0" algn="ctr">
              <a:buNone/>
              <a:defRPr sz="880"/>
            </a:lvl5pPr>
            <a:lvl6pPr marL="1257300" indent="0" algn="ctr">
              <a:buNone/>
              <a:defRPr sz="880"/>
            </a:lvl6pPr>
            <a:lvl7pPr marL="1508760" indent="0" algn="ctr">
              <a:buNone/>
              <a:defRPr sz="880"/>
            </a:lvl7pPr>
            <a:lvl8pPr marL="1760220" indent="0" algn="ctr">
              <a:buNone/>
              <a:defRPr sz="880"/>
            </a:lvl8pPr>
            <a:lvl9pPr marL="2011680" indent="0" algn="ctr">
              <a:buNone/>
              <a:defRPr sz="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6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1253809"/>
            <a:ext cx="4337685" cy="2092007"/>
          </a:xfrm>
        </p:spPr>
        <p:txBody>
          <a:bodyPr anchor="b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3365607"/>
            <a:ext cx="4337685" cy="1100137"/>
          </a:xfrm>
        </p:spPr>
        <p:txBody>
          <a:bodyPr/>
          <a:lstStyle>
            <a:lvl1pPr marL="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1pPr>
            <a:lvl2pPr marL="251460" indent="0">
              <a:buNone/>
              <a:defRPr sz="1100">
                <a:solidFill>
                  <a:schemeClr val="tx1">
                    <a:tint val="82000"/>
                  </a:schemeClr>
                </a:solidFill>
              </a:defRPr>
            </a:lvl2pPr>
            <a:lvl3pPr marL="502920" indent="0">
              <a:buNone/>
              <a:defRPr sz="990">
                <a:solidFill>
                  <a:schemeClr val="tx1">
                    <a:tint val="82000"/>
                  </a:schemeClr>
                </a:solidFill>
              </a:defRPr>
            </a:lvl3pPr>
            <a:lvl4pPr marL="75438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4pPr>
            <a:lvl5pPr marL="100584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5pPr>
            <a:lvl6pPr marL="125730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6pPr>
            <a:lvl7pPr marL="150876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7pPr>
            <a:lvl8pPr marL="176022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8pPr>
            <a:lvl9pPr marL="201168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6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1338792"/>
            <a:ext cx="213741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1338792"/>
            <a:ext cx="213741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9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67759"/>
            <a:ext cx="433768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1232853"/>
            <a:ext cx="2127587" cy="604202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837055"/>
            <a:ext cx="21275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1232853"/>
            <a:ext cx="2138065" cy="604202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837055"/>
            <a:ext cx="2138065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8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3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59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335280"/>
            <a:ext cx="1622048" cy="117348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724113"/>
            <a:ext cx="2546033" cy="3573992"/>
          </a:xfrm>
        </p:spPr>
        <p:txBody>
          <a:bodyPr/>
          <a:lstStyle>
            <a:lvl1pPr>
              <a:defRPr sz="1760"/>
            </a:lvl1pPr>
            <a:lvl2pPr>
              <a:defRPr sz="1540"/>
            </a:lvl2pPr>
            <a:lvl3pPr>
              <a:defRPr sz="132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508760"/>
            <a:ext cx="1622048" cy="2795165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335280"/>
            <a:ext cx="1622048" cy="117348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724113"/>
            <a:ext cx="2546033" cy="3573992"/>
          </a:xfrm>
        </p:spPr>
        <p:txBody>
          <a:bodyPr anchor="t"/>
          <a:lstStyle>
            <a:lvl1pPr marL="0" indent="0">
              <a:buNone/>
              <a:defRPr sz="1760"/>
            </a:lvl1pPr>
            <a:lvl2pPr marL="251460" indent="0">
              <a:buNone/>
              <a:defRPr sz="1540"/>
            </a:lvl2pPr>
            <a:lvl3pPr marL="502920" indent="0">
              <a:buNone/>
              <a:defRPr sz="1320"/>
            </a:lvl3pPr>
            <a:lvl4pPr marL="754380" indent="0">
              <a:buNone/>
              <a:defRPr sz="1100"/>
            </a:lvl4pPr>
            <a:lvl5pPr marL="1005840" indent="0">
              <a:buNone/>
              <a:defRPr sz="1100"/>
            </a:lvl5pPr>
            <a:lvl6pPr marL="1257300" indent="0">
              <a:buNone/>
              <a:defRPr sz="1100"/>
            </a:lvl6pPr>
            <a:lvl7pPr marL="1508760" indent="0">
              <a:buNone/>
              <a:defRPr sz="1100"/>
            </a:lvl7pPr>
            <a:lvl8pPr marL="1760220" indent="0">
              <a:buNone/>
              <a:defRPr sz="1100"/>
            </a:lvl8pPr>
            <a:lvl9pPr marL="2011680" indent="0">
              <a:buNone/>
              <a:defRPr sz="1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508760"/>
            <a:ext cx="1622048" cy="2795165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267758"/>
            <a:ext cx="1084421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267758"/>
            <a:ext cx="3190399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5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267759"/>
            <a:ext cx="433768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1338792"/>
            <a:ext cx="433768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4661325"/>
            <a:ext cx="113157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807B8-1B99-2143-B8FB-DB12FDB791D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4661325"/>
            <a:ext cx="169735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4661325"/>
            <a:ext cx="113157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EC05D-4667-DB41-B9BC-E926823F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02920" rtl="0" eaLnBrk="1" latinLnBrk="0" hangingPunct="1">
        <a:lnSpc>
          <a:spcPct val="90000"/>
        </a:lnSpc>
        <a:spcBef>
          <a:spcPct val="0"/>
        </a:spcBef>
        <a:buNone/>
        <a:defRPr sz="24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730" indent="-125730" algn="l" defTabSz="50292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801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13157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38303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6344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1374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1pPr>
      <a:lvl2pPr marL="2514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5087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7602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0116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09C46C-198C-08A6-0053-8F60CC752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029200" cy="5029200"/>
          </a:xfrm>
          <a:prstGeom prst="rect">
            <a:avLst/>
          </a:prstGeom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9690494D-3533-6625-494C-7A242B0C023E}"/>
              </a:ext>
            </a:extLst>
          </p:cNvPr>
          <p:cNvSpPr/>
          <p:nvPr/>
        </p:nvSpPr>
        <p:spPr>
          <a:xfrm>
            <a:off x="3171217" y="159534"/>
            <a:ext cx="85604" cy="7379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BE4954-6486-5C0F-892B-111E7F54FBBC}"/>
              </a:ext>
            </a:extLst>
          </p:cNvPr>
          <p:cNvSpPr/>
          <p:nvPr/>
        </p:nvSpPr>
        <p:spPr>
          <a:xfrm>
            <a:off x="1023350" y="165304"/>
            <a:ext cx="71918" cy="719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9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8A3F79"/>
      </a:accent1>
      <a:accent2>
        <a:srgbClr val="8294F5"/>
      </a:accent2>
      <a:accent3>
        <a:srgbClr val="E6E9FC"/>
      </a:accent3>
      <a:accent4>
        <a:srgbClr val="C3BAEB"/>
      </a:accent4>
      <a:accent5>
        <a:srgbClr val="D8AAC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3</cp:revision>
  <dcterms:created xsi:type="dcterms:W3CDTF">2026-05-28T18:48:41Z</dcterms:created>
  <dcterms:modified xsi:type="dcterms:W3CDTF">2026-06-17T20:26:55Z</dcterms:modified>
</cp:coreProperties>
</file>