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4864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79"/>
  </p:normalViewPr>
  <p:slideViewPr>
    <p:cSldViewPr snapToGrid="0">
      <p:cViewPr varScale="1">
        <p:scale>
          <a:sx n="174" d="100"/>
          <a:sy n="174" d="100"/>
        </p:scale>
        <p:origin x="1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673418"/>
            <a:ext cx="466344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161223"/>
            <a:ext cx="41148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5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6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025844"/>
            <a:ext cx="473202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2753679"/>
            <a:ext cx="473202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7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095375"/>
            <a:ext cx="233172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095375"/>
            <a:ext cx="233172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2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19076"/>
            <a:ext cx="473202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008698"/>
            <a:ext cx="2321004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503045"/>
            <a:ext cx="2321004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008698"/>
            <a:ext cx="2332435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503045"/>
            <a:ext cx="2332435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49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2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74320"/>
            <a:ext cx="1769507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592456"/>
            <a:ext cx="277749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234440"/>
            <a:ext cx="1769507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1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74320"/>
            <a:ext cx="1769507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592456"/>
            <a:ext cx="277749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234440"/>
            <a:ext cx="1769507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5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19075"/>
            <a:ext cx="1183005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19075"/>
            <a:ext cx="3480435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4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19076"/>
            <a:ext cx="473202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095375"/>
            <a:ext cx="473202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3813811"/>
            <a:ext cx="123444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55345-2EAC-1C42-9A56-BEB145B3436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3813811"/>
            <a:ext cx="185166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3813811"/>
            <a:ext cx="123444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B0BEC-199B-3C4B-8FD6-ACCF60EA6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42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B15086-B3CE-FCE9-D589-C79010B8A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5257800" cy="4114800"/>
          </a:xfrm>
          <a:prstGeom prst="rect">
            <a:avLst/>
          </a:prstGeom>
        </p:spPr>
      </p:pic>
      <p:sp>
        <p:nvSpPr>
          <p:cNvPr id="10" name="Right Bracket 9">
            <a:extLst>
              <a:ext uri="{FF2B5EF4-FFF2-40B4-BE49-F238E27FC236}">
                <a16:creationId xmlns:a16="http://schemas.microsoft.com/office/drawing/2014/main" id="{D51DE1CC-D77F-2B58-41E0-B06CAAB1DC8B}"/>
              </a:ext>
            </a:extLst>
          </p:cNvPr>
          <p:cNvSpPr/>
          <p:nvPr/>
        </p:nvSpPr>
        <p:spPr>
          <a:xfrm>
            <a:off x="5187211" y="684103"/>
            <a:ext cx="59635" cy="451967"/>
          </a:xfrm>
          <a:prstGeom prst="rightBracke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6F0FC4-7AB6-FC3F-FE95-F54464FEB72C}"/>
              </a:ext>
            </a:extLst>
          </p:cNvPr>
          <p:cNvSpPr txBox="1"/>
          <p:nvPr/>
        </p:nvSpPr>
        <p:spPr>
          <a:xfrm>
            <a:off x="5179490" y="802365"/>
            <a:ext cx="415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2"/>
                </a:solidFill>
                <a:latin typeface="Helvetica" pitchFamily="2" charset="0"/>
              </a:rPr>
              <a:t>+∆*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5B604-78C7-2E01-6A35-CC2C0101271D}"/>
              </a:ext>
            </a:extLst>
          </p:cNvPr>
          <p:cNvSpPr txBox="1"/>
          <p:nvPr/>
        </p:nvSpPr>
        <p:spPr>
          <a:xfrm>
            <a:off x="5050101" y="1028348"/>
            <a:ext cx="2071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chemeClr val="accent2"/>
                </a:solidFill>
                <a:latin typeface="Helvetica" pitchFamily="2" charset="0"/>
              </a:rPr>
              <a:t>i</a:t>
            </a:r>
            <a:endParaRPr lang="en-US" sz="800" dirty="0">
              <a:solidFill>
                <a:schemeClr val="accent2"/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D6453-55B3-449A-F75B-1DBBC5BF9FA1}"/>
              </a:ext>
            </a:extLst>
          </p:cNvPr>
          <p:cNvSpPr txBox="1"/>
          <p:nvPr/>
        </p:nvSpPr>
        <p:spPr>
          <a:xfrm>
            <a:off x="5046895" y="576382"/>
            <a:ext cx="2135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2"/>
                </a:solidFill>
                <a:latin typeface="Helvetica" pitchFamily="2" charset="0"/>
              </a:rPr>
              <a:t>f</a:t>
            </a:r>
          </a:p>
        </p:txBody>
      </p:sp>
      <p:sp>
        <p:nvSpPr>
          <p:cNvPr id="4" name="Right Bracket 3">
            <a:extLst>
              <a:ext uri="{FF2B5EF4-FFF2-40B4-BE49-F238E27FC236}">
                <a16:creationId xmlns:a16="http://schemas.microsoft.com/office/drawing/2014/main" id="{1C6CB3AA-0DBE-C043-96E2-B5E10A5C02E3}"/>
              </a:ext>
            </a:extLst>
          </p:cNvPr>
          <p:cNvSpPr/>
          <p:nvPr/>
        </p:nvSpPr>
        <p:spPr>
          <a:xfrm>
            <a:off x="5194933" y="2611492"/>
            <a:ext cx="51913" cy="280932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DC970-56DC-6D36-B1AB-3F9BE7FA18C8}"/>
              </a:ext>
            </a:extLst>
          </p:cNvPr>
          <p:cNvSpPr txBox="1"/>
          <p:nvPr/>
        </p:nvSpPr>
        <p:spPr>
          <a:xfrm>
            <a:off x="5187815" y="2634711"/>
            <a:ext cx="415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  <a:latin typeface="Helvetica" pitchFamily="2" charset="0"/>
              </a:rPr>
              <a:t>+∆*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5571F-5659-D2DD-59D7-32CC64515B50}"/>
              </a:ext>
            </a:extLst>
          </p:cNvPr>
          <p:cNvSpPr txBox="1"/>
          <p:nvPr/>
        </p:nvSpPr>
        <p:spPr>
          <a:xfrm>
            <a:off x="5061028" y="2784701"/>
            <a:ext cx="2071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chemeClr val="accent1"/>
                </a:solidFill>
                <a:latin typeface="Helvetica" pitchFamily="2" charset="0"/>
              </a:rPr>
              <a:t>i</a:t>
            </a:r>
            <a:endParaRPr lang="en-US" sz="800" dirty="0">
              <a:solidFill>
                <a:schemeClr val="accent1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A23F0-93DD-6A69-00C5-D51E012B5509}"/>
              </a:ext>
            </a:extLst>
          </p:cNvPr>
          <p:cNvSpPr txBox="1"/>
          <p:nvPr/>
        </p:nvSpPr>
        <p:spPr>
          <a:xfrm>
            <a:off x="5054616" y="2503771"/>
            <a:ext cx="2135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1"/>
                </a:solidFill>
                <a:latin typeface="Helvetica" pitchFamily="2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868455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2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8A3F79"/>
      </a:accent1>
      <a:accent2>
        <a:srgbClr val="8294F5"/>
      </a:accent2>
      <a:accent3>
        <a:srgbClr val="E6E9FC"/>
      </a:accent3>
      <a:accent4>
        <a:srgbClr val="C3BAEB"/>
      </a:accent4>
      <a:accent5>
        <a:srgbClr val="D8AAC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10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5</cp:revision>
  <dcterms:created xsi:type="dcterms:W3CDTF">2026-05-28T18:34:20Z</dcterms:created>
  <dcterms:modified xsi:type="dcterms:W3CDTF">2026-06-18T20:27:58Z</dcterms:modified>
</cp:coreProperties>
</file>