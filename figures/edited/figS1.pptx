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4008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712"/>
  </p:normalViewPr>
  <p:slideViewPr>
    <p:cSldViewPr snapToGrid="0">
      <p:cViewPr varScale="1">
        <p:scale>
          <a:sx n="158" d="100"/>
          <a:sy n="158" d="100"/>
        </p:scale>
        <p:origin x="1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748242"/>
            <a:ext cx="544068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2401359"/>
            <a:ext cx="48006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9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3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139826"/>
            <a:ext cx="552069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3059643"/>
            <a:ext cx="552069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5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417"/>
            <a:ext cx="552069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120775"/>
            <a:ext cx="270783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670050"/>
            <a:ext cx="270783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120775"/>
            <a:ext cx="2721174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670050"/>
            <a:ext cx="272117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0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9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1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658284"/>
            <a:ext cx="324040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73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658284"/>
            <a:ext cx="324040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243416"/>
            <a:ext cx="1380173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243416"/>
            <a:ext cx="4060508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7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243417"/>
            <a:ext cx="552069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217083"/>
            <a:ext cx="552069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4237568"/>
            <a:ext cx="216027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6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FF015-9C0C-0BB7-673B-A22ADBEB9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400800" cy="4572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F6C405-0301-9E99-477C-A9E0EE61191E}"/>
              </a:ext>
            </a:extLst>
          </p:cNvPr>
          <p:cNvSpPr/>
          <p:nvPr/>
        </p:nvSpPr>
        <p:spPr>
          <a:xfrm>
            <a:off x="1632948" y="317352"/>
            <a:ext cx="707686" cy="21544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DA105-2B83-834F-0571-C4D2350BE47C}"/>
              </a:ext>
            </a:extLst>
          </p:cNvPr>
          <p:cNvSpPr/>
          <p:nvPr/>
        </p:nvSpPr>
        <p:spPr>
          <a:xfrm>
            <a:off x="2530415" y="317351"/>
            <a:ext cx="2823713" cy="21544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D3C6E-F87A-5FAF-0176-6C7516F02238}"/>
              </a:ext>
            </a:extLst>
          </p:cNvPr>
          <p:cNvSpPr txBox="1"/>
          <p:nvPr/>
        </p:nvSpPr>
        <p:spPr>
          <a:xfrm>
            <a:off x="1657214" y="129091"/>
            <a:ext cx="6591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Genotype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E2799-467C-E103-D784-C290540C2E8B}"/>
              </a:ext>
            </a:extLst>
          </p:cNvPr>
          <p:cNvSpPr txBox="1"/>
          <p:nvPr/>
        </p:nvSpPr>
        <p:spPr>
          <a:xfrm>
            <a:off x="3697652" y="134180"/>
            <a:ext cx="4892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25062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5</cp:revision>
  <dcterms:created xsi:type="dcterms:W3CDTF">2026-06-01T18:05:54Z</dcterms:created>
  <dcterms:modified xsi:type="dcterms:W3CDTF">2026-06-18T18:49:14Z</dcterms:modified>
</cp:coreProperties>
</file>