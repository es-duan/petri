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4572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79"/>
  </p:normalViewPr>
  <p:slideViewPr>
    <p:cSldViewPr snapToGrid="0">
      <p:cViewPr varScale="1">
        <p:scale>
          <a:sx n="196" d="100"/>
          <a:sy n="196" d="100"/>
        </p:scale>
        <p:origin x="16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598593"/>
            <a:ext cx="3886200" cy="127338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921087"/>
            <a:ext cx="3429000" cy="883073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6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11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911861"/>
            <a:ext cx="3943350" cy="152146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447714"/>
            <a:ext cx="3943350" cy="800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4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973666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973666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3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194734"/>
            <a:ext cx="394335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896620"/>
            <a:ext cx="1934170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336040"/>
            <a:ext cx="193417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896620"/>
            <a:ext cx="1943696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336040"/>
            <a:ext cx="194369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1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526627"/>
            <a:ext cx="2314575" cy="259926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97280"/>
            <a:ext cx="1474589" cy="2032847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4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526627"/>
            <a:ext cx="2314575" cy="259926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97280"/>
            <a:ext cx="1474589" cy="2032847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0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194733"/>
            <a:ext cx="985838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94733"/>
            <a:ext cx="2900363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1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94734"/>
            <a:ext cx="394335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973666"/>
            <a:ext cx="394335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390054"/>
            <a:ext cx="10287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0EBF9-9B9C-C849-9F58-C2602C06715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390054"/>
            <a:ext cx="154305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390054"/>
            <a:ext cx="10287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736B0-AE23-4144-9CB0-DCF216EA8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9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69EF822E-3460-A28B-8500-2C6C4BEB9A32}"/>
              </a:ext>
            </a:extLst>
          </p:cNvPr>
          <p:cNvGrpSpPr/>
          <p:nvPr/>
        </p:nvGrpSpPr>
        <p:grpSpPr>
          <a:xfrm>
            <a:off x="182915" y="73062"/>
            <a:ext cx="4206170" cy="1046958"/>
            <a:chOff x="450849" y="331081"/>
            <a:chExt cx="4206170" cy="104695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3D34FBB-7053-C7B9-2BF7-674C900DFD39}"/>
                </a:ext>
              </a:extLst>
            </p:cNvPr>
            <p:cNvSpPr/>
            <p:nvPr/>
          </p:nvSpPr>
          <p:spPr>
            <a:xfrm>
              <a:off x="450849" y="331081"/>
              <a:ext cx="4206170" cy="1046958"/>
            </a:xfrm>
            <a:prstGeom prst="roundRect">
              <a:avLst>
                <a:gd name="adj" fmla="val 5838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Helvetica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E6FB650-FD5F-7921-E2EE-168D389136E0}"/>
                </a:ext>
              </a:extLst>
            </p:cNvPr>
            <p:cNvGrpSpPr/>
            <p:nvPr/>
          </p:nvGrpSpPr>
          <p:grpSpPr>
            <a:xfrm>
              <a:off x="622432" y="363893"/>
              <a:ext cx="3851989" cy="962974"/>
              <a:chOff x="693409" y="98714"/>
              <a:chExt cx="3851989" cy="962974"/>
            </a:xfrm>
          </p:grpSpPr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F4937591-513C-C7A7-D1F1-97A23AC8AEEE}"/>
                  </a:ext>
                </a:extLst>
              </p:cNvPr>
              <p:cNvSpPr/>
              <p:nvPr/>
            </p:nvSpPr>
            <p:spPr>
              <a:xfrm>
                <a:off x="973802" y="220912"/>
                <a:ext cx="262689" cy="232861"/>
              </a:xfrm>
              <a:prstGeom prst="arc">
                <a:avLst>
                  <a:gd name="adj1" fmla="val 7313636"/>
                  <a:gd name="adj2" fmla="val 0"/>
                </a:avLst>
              </a:prstGeom>
              <a:ln w="25400">
                <a:solidFill>
                  <a:schemeClr val="accent4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9EED050-9EA1-350E-BD34-7460B3AAA84D}"/>
                  </a:ext>
                </a:extLst>
              </p:cNvPr>
              <p:cNvSpPr/>
              <p:nvPr/>
            </p:nvSpPr>
            <p:spPr>
              <a:xfrm>
                <a:off x="1392335" y="530281"/>
                <a:ext cx="166559" cy="155094"/>
              </a:xfrm>
              <a:prstGeom prst="ellipse">
                <a:avLst/>
              </a:prstGeom>
              <a:noFill/>
              <a:ln w="1016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B5AA4F-B506-8214-5CF2-E8B426B29F59}"/>
                  </a:ext>
                </a:extLst>
              </p:cNvPr>
              <p:cNvSpPr txBox="1"/>
              <p:nvPr/>
            </p:nvSpPr>
            <p:spPr>
              <a:xfrm>
                <a:off x="1813667" y="583882"/>
                <a:ext cx="3278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𝛾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129FC-344E-30FF-E256-112786822002}"/>
                  </a:ext>
                </a:extLst>
              </p:cNvPr>
              <p:cNvSpPr txBox="1"/>
              <p:nvPr/>
            </p:nvSpPr>
            <p:spPr>
              <a:xfrm>
                <a:off x="714801" y="192158"/>
                <a:ext cx="36126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𝜓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E13F8B7-40E8-074B-FF33-A2712716D2BB}"/>
                  </a:ext>
                </a:extLst>
              </p:cNvPr>
              <p:cNvSpPr/>
              <p:nvPr/>
            </p:nvSpPr>
            <p:spPr>
              <a:xfrm>
                <a:off x="1096755" y="796027"/>
                <a:ext cx="590927" cy="26566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Ancestor (A)</a:t>
                </a: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A9026E1-46D4-0016-E7A4-F846403D29D9}"/>
                  </a:ext>
                </a:extLst>
              </p:cNvPr>
              <p:cNvGrpSpPr/>
              <p:nvPr/>
            </p:nvGrpSpPr>
            <p:grpSpPr>
              <a:xfrm>
                <a:off x="1736542" y="548350"/>
                <a:ext cx="482072" cy="82701"/>
                <a:chOff x="19217922" y="17409054"/>
                <a:chExt cx="1324115" cy="172613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B467B18-6063-D009-34CB-D6CE289CD1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17922" y="17581667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4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A3B99A0B-E8B9-0C61-5244-3CE5994D5B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217922" y="17409054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4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C2887E-A44E-55E8-E83E-16F1EB2B1C8B}"/>
                  </a:ext>
                </a:extLst>
              </p:cNvPr>
              <p:cNvSpPr txBox="1"/>
              <p:nvPr/>
            </p:nvSpPr>
            <p:spPr>
              <a:xfrm>
                <a:off x="1810984" y="321206"/>
                <a:ext cx="33318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𝜎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632BB59-3266-6131-A25F-EF1A2C9FF699}"/>
                  </a:ext>
                </a:extLst>
              </p:cNvPr>
              <p:cNvGrpSpPr/>
              <p:nvPr/>
            </p:nvGrpSpPr>
            <p:grpSpPr>
              <a:xfrm>
                <a:off x="1095815" y="393620"/>
                <a:ext cx="588779" cy="348270"/>
                <a:chOff x="7196230" y="4833936"/>
                <a:chExt cx="1441360" cy="852584"/>
              </a:xfrm>
            </p:grpSpPr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E0FE3D35-FF23-0B34-ABB7-F89D9C67C98E}"/>
                    </a:ext>
                  </a:extLst>
                </p:cNvPr>
                <p:cNvSpPr/>
                <p:nvPr/>
              </p:nvSpPr>
              <p:spPr>
                <a:xfrm>
                  <a:off x="7196230" y="4833936"/>
                  <a:ext cx="1441360" cy="852584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254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7C066B4-3E38-81B9-45A3-46833DFD5A0F}"/>
                    </a:ext>
                  </a:extLst>
                </p:cNvPr>
                <p:cNvSpPr/>
                <p:nvPr/>
              </p:nvSpPr>
              <p:spPr>
                <a:xfrm>
                  <a:off x="7975495" y="5001222"/>
                  <a:ext cx="488623" cy="488623"/>
                </a:xfrm>
                <a:prstGeom prst="ellipse">
                  <a:avLst/>
                </a:prstGeom>
                <a:noFill/>
                <a:ln w="254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74373835-0424-BF84-B648-D069AFBC0EC4}"/>
                  </a:ext>
                </a:extLst>
              </p:cNvPr>
              <p:cNvSpPr/>
              <p:nvPr/>
            </p:nvSpPr>
            <p:spPr>
              <a:xfrm rot="16614498">
                <a:off x="832445" y="670996"/>
                <a:ext cx="400157" cy="283937"/>
              </a:xfrm>
              <a:prstGeom prst="arc">
                <a:avLst>
                  <a:gd name="adj1" fmla="val 16460079"/>
                  <a:gd name="adj2" fmla="val 0"/>
                </a:avLst>
              </a:prstGeom>
              <a:ln w="25400">
                <a:solidFill>
                  <a:schemeClr val="accent4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CC64AB-4CE1-1F49-4203-DC71A05B2697}"/>
                  </a:ext>
                </a:extLst>
              </p:cNvPr>
              <p:cNvSpPr txBox="1"/>
              <p:nvPr/>
            </p:nvSpPr>
            <p:spPr>
              <a:xfrm>
                <a:off x="693409" y="478370"/>
                <a:ext cx="3300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𝛿</a:t>
                </a:r>
                <a:r>
                  <a:rPr lang="en-US" sz="1000" baseline="-25000" dirty="0">
                    <a:latin typeface="Helvetica" pitchFamily="2" charset="0"/>
                  </a:rPr>
                  <a:t>A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60BFAD7-E8B3-39D3-C252-116968B8AA9E}"/>
                  </a:ext>
                </a:extLst>
              </p:cNvPr>
              <p:cNvSpPr/>
              <p:nvPr/>
            </p:nvSpPr>
            <p:spPr>
              <a:xfrm>
                <a:off x="2275599" y="796027"/>
                <a:ext cx="590927" cy="26566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Helvetica" pitchFamily="2" charset="0"/>
                  </a:rPr>
                  <a:t>Plasmid-free (N)</a:t>
                </a: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176913CC-39B9-D93A-D219-4B278B9017CE}"/>
                  </a:ext>
                </a:extLst>
              </p:cNvPr>
              <p:cNvSpPr/>
              <p:nvPr/>
            </p:nvSpPr>
            <p:spPr>
              <a:xfrm>
                <a:off x="2274659" y="393620"/>
                <a:ext cx="588779" cy="348270"/>
              </a:xfrm>
              <a:prstGeom prst="roundRect">
                <a:avLst>
                  <a:gd name="adj" fmla="val 47948"/>
                </a:avLst>
              </a:prstGeom>
              <a:solidFill>
                <a:schemeClr val="bg2"/>
              </a:solidFill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Helvetica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1EEAE7-C2E0-9462-9FC6-24CBB2A83E86}"/>
                  </a:ext>
                </a:extLst>
              </p:cNvPr>
              <p:cNvSpPr txBox="1"/>
              <p:nvPr/>
            </p:nvSpPr>
            <p:spPr>
              <a:xfrm>
                <a:off x="3002763" y="583882"/>
                <a:ext cx="3278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𝛾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9A1532E-CD89-5A32-B53B-347EC6990C21}"/>
                  </a:ext>
                </a:extLst>
              </p:cNvPr>
              <p:cNvGrpSpPr/>
              <p:nvPr/>
            </p:nvGrpSpPr>
            <p:grpSpPr>
              <a:xfrm>
                <a:off x="2925638" y="548350"/>
                <a:ext cx="482072" cy="82701"/>
                <a:chOff x="19217922" y="17409054"/>
                <a:chExt cx="1324115" cy="172613"/>
              </a:xfrm>
            </p:grpSpPr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0A6BB7DC-CBA2-D09A-D3FA-F0411E836D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217922" y="17581667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5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0D48BC3B-D727-B480-18CA-A7B962803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217922" y="17409054"/>
                  <a:ext cx="1324115" cy="0"/>
                </a:xfrm>
                <a:prstGeom prst="straightConnector1">
                  <a:avLst/>
                </a:prstGeom>
                <a:ln w="25400">
                  <a:solidFill>
                    <a:schemeClr val="accent5"/>
                  </a:solidFill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F5FCEA-3457-3548-D19B-2974740F49BE}"/>
                  </a:ext>
                </a:extLst>
              </p:cNvPr>
              <p:cNvSpPr txBox="1"/>
              <p:nvPr/>
            </p:nvSpPr>
            <p:spPr>
              <a:xfrm>
                <a:off x="3002763" y="321206"/>
                <a:ext cx="3278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𝜎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237E26F-5BFA-55E5-B1AA-FE955C5825FF}"/>
                  </a:ext>
                </a:extLst>
              </p:cNvPr>
              <p:cNvSpPr/>
              <p:nvPr/>
            </p:nvSpPr>
            <p:spPr>
              <a:xfrm>
                <a:off x="3769175" y="524678"/>
                <a:ext cx="166559" cy="155094"/>
              </a:xfrm>
              <a:prstGeom prst="ellipse">
                <a:avLst/>
              </a:prstGeom>
              <a:noFill/>
              <a:ln w="1016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0CB439F-B8E4-7232-5A03-D82CEBC919EE}"/>
                  </a:ext>
                </a:extLst>
              </p:cNvPr>
              <p:cNvSpPr/>
              <p:nvPr/>
            </p:nvSpPr>
            <p:spPr>
              <a:xfrm>
                <a:off x="3473595" y="790424"/>
                <a:ext cx="590927" cy="26566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Mutant (M)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4DD718C-A221-E89D-432D-95F9FD9A74B6}"/>
                  </a:ext>
                </a:extLst>
              </p:cNvPr>
              <p:cNvGrpSpPr/>
              <p:nvPr/>
            </p:nvGrpSpPr>
            <p:grpSpPr>
              <a:xfrm>
                <a:off x="3472655" y="388017"/>
                <a:ext cx="588779" cy="348270"/>
                <a:chOff x="7196230" y="4833936"/>
                <a:chExt cx="1441360" cy="852584"/>
              </a:xfrm>
            </p:grpSpPr>
            <p:sp>
              <p:nvSpPr>
                <p:cNvPr id="63" name="Rounded Rectangle 62">
                  <a:extLst>
                    <a:ext uri="{FF2B5EF4-FFF2-40B4-BE49-F238E27FC236}">
                      <a16:creationId xmlns:a16="http://schemas.microsoft.com/office/drawing/2014/main" id="{464B79DB-D8D3-B583-C329-382946C264CB}"/>
                    </a:ext>
                  </a:extLst>
                </p:cNvPr>
                <p:cNvSpPr/>
                <p:nvPr/>
              </p:nvSpPr>
              <p:spPr>
                <a:xfrm>
                  <a:off x="7196230" y="4833936"/>
                  <a:ext cx="1441360" cy="852584"/>
                </a:xfrm>
                <a:prstGeom prst="roundRect">
                  <a:avLst>
                    <a:gd name="adj" fmla="val 47948"/>
                  </a:avLst>
                </a:prstGeom>
                <a:solidFill>
                  <a:schemeClr val="bg1"/>
                </a:solidFill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>
                    <a:latin typeface="Helvetica" pitchFamily="2" charset="0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50F61A0-BF64-F219-616D-1271F92C6226}"/>
                    </a:ext>
                  </a:extLst>
                </p:cNvPr>
                <p:cNvSpPr/>
                <p:nvPr/>
              </p:nvSpPr>
              <p:spPr>
                <a:xfrm>
                  <a:off x="7975495" y="5001222"/>
                  <a:ext cx="488623" cy="488623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Helvetica" pitchFamily="2" charset="0"/>
                  </a:endParaRPr>
                </a:p>
              </p:txBody>
            </p:sp>
          </p:grp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61B6C2CB-7B4C-155B-4C95-C9AB8EEDADA5}"/>
                  </a:ext>
                </a:extLst>
              </p:cNvPr>
              <p:cNvSpPr/>
              <p:nvPr/>
            </p:nvSpPr>
            <p:spPr>
              <a:xfrm>
                <a:off x="2205958" y="211422"/>
                <a:ext cx="262689" cy="232861"/>
              </a:xfrm>
              <a:prstGeom prst="arc">
                <a:avLst>
                  <a:gd name="adj1" fmla="val 7313636"/>
                  <a:gd name="adj2" fmla="val 0"/>
                </a:avLst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75A1D23-9C29-B2F1-DA01-756636A40C59}"/>
                  </a:ext>
                </a:extLst>
              </p:cNvPr>
              <p:cNvSpPr txBox="1"/>
              <p:nvPr/>
            </p:nvSpPr>
            <p:spPr>
              <a:xfrm>
                <a:off x="1939613" y="158538"/>
                <a:ext cx="36126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𝜓</a:t>
                </a:r>
                <a:r>
                  <a:rPr lang="en-US" sz="1000" baseline="-25000" dirty="0">
                    <a:latin typeface="Helvetica" pitchFamily="2" charset="0"/>
                  </a:rPr>
                  <a:t>N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24EF7144-AC5A-1093-B414-40DB1EFE334E}"/>
                  </a:ext>
                </a:extLst>
              </p:cNvPr>
              <p:cNvSpPr/>
              <p:nvPr/>
            </p:nvSpPr>
            <p:spPr>
              <a:xfrm rot="576051" flipH="1">
                <a:off x="2706823" y="240832"/>
                <a:ext cx="400157" cy="283937"/>
              </a:xfrm>
              <a:prstGeom prst="arc">
                <a:avLst>
                  <a:gd name="adj1" fmla="val 16460079"/>
                  <a:gd name="adj2" fmla="val 0"/>
                </a:avLst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A370B05-BDED-2988-0C91-AECC786A10D4}"/>
                  </a:ext>
                </a:extLst>
              </p:cNvPr>
              <p:cNvSpPr txBox="1"/>
              <p:nvPr/>
            </p:nvSpPr>
            <p:spPr>
              <a:xfrm>
                <a:off x="2490847" y="98714"/>
                <a:ext cx="3300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𝛿</a:t>
                </a:r>
                <a:r>
                  <a:rPr lang="en-US" sz="1000" baseline="-25000" dirty="0">
                    <a:latin typeface="Helvetica" pitchFamily="2" charset="0"/>
                  </a:rPr>
                  <a:t>N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6F6D1AA1-DF4D-AEC9-D49D-F91C8F5B3C80}"/>
                  </a:ext>
                </a:extLst>
              </p:cNvPr>
              <p:cNvSpPr/>
              <p:nvPr/>
            </p:nvSpPr>
            <p:spPr>
              <a:xfrm flipH="1">
                <a:off x="3959173" y="220912"/>
                <a:ext cx="262689" cy="232861"/>
              </a:xfrm>
              <a:prstGeom prst="arc">
                <a:avLst>
                  <a:gd name="adj1" fmla="val 7313636"/>
                  <a:gd name="adj2" fmla="val 0"/>
                </a:avLst>
              </a:prstGeom>
              <a:ln w="25400">
                <a:solidFill>
                  <a:schemeClr val="accent5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FAFC9C59-924D-1177-326E-9DC7168BB609}"/>
                  </a:ext>
                </a:extLst>
              </p:cNvPr>
              <p:cNvSpPr/>
              <p:nvPr/>
            </p:nvSpPr>
            <p:spPr>
              <a:xfrm rot="4985502" flipH="1">
                <a:off x="3933538" y="670996"/>
                <a:ext cx="400157" cy="283937"/>
              </a:xfrm>
              <a:prstGeom prst="arc">
                <a:avLst>
                  <a:gd name="adj1" fmla="val 16460079"/>
                  <a:gd name="adj2" fmla="val 0"/>
                </a:avLst>
              </a:prstGeom>
              <a:ln w="25400">
                <a:solidFill>
                  <a:schemeClr val="accent5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Helvetica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047AE79-5068-1275-367E-DE8CBA1F1556}"/>
                  </a:ext>
                </a:extLst>
              </p:cNvPr>
              <p:cNvSpPr txBox="1"/>
              <p:nvPr/>
            </p:nvSpPr>
            <p:spPr>
              <a:xfrm>
                <a:off x="4184133" y="192158"/>
                <a:ext cx="36126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𝜓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EC515C8-0A20-E20F-322E-3560940EA7EE}"/>
                  </a:ext>
                </a:extLst>
              </p:cNvPr>
              <p:cNvSpPr txBox="1"/>
              <p:nvPr/>
            </p:nvSpPr>
            <p:spPr>
              <a:xfrm>
                <a:off x="4145537" y="478370"/>
                <a:ext cx="3300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𝛿</a:t>
                </a:r>
                <a:r>
                  <a:rPr lang="en-US" sz="1000" baseline="-25000" dirty="0">
                    <a:latin typeface="Helvetica" pitchFamily="2" charset="0"/>
                  </a:rPr>
                  <a:t>M</a:t>
                </a:r>
                <a:endParaRPr lang="en-US" sz="1000" dirty="0">
                  <a:latin typeface="Helvetica" pitchFamily="2" charset="0"/>
                </a:endParaRPr>
              </a:p>
            </p:txBody>
          </p:sp>
        </p:grp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B8E690A-6B6F-5AC6-C139-F81AFC9FA602}"/>
              </a:ext>
            </a:extLst>
          </p:cNvPr>
          <p:cNvSpPr txBox="1"/>
          <p:nvPr/>
        </p:nvSpPr>
        <p:spPr>
          <a:xfrm>
            <a:off x="151909" y="38137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AE7A3-6827-4287-56D3-816DB782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4572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6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9E6B8"/>
      </a:accent1>
      <a:accent2>
        <a:srgbClr val="3BA9A4"/>
      </a:accent2>
      <a:accent3>
        <a:srgbClr val="FEA45A"/>
      </a:accent3>
      <a:accent4>
        <a:srgbClr val="8A3F79"/>
      </a:accent4>
      <a:accent5>
        <a:srgbClr val="8294F5"/>
      </a:accent5>
      <a:accent6>
        <a:srgbClr val="E6E9FC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33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4</cp:revision>
  <dcterms:created xsi:type="dcterms:W3CDTF">2026-05-28T17:21:36Z</dcterms:created>
  <dcterms:modified xsi:type="dcterms:W3CDTF">2026-06-01T16:39:30Z</dcterms:modified>
</cp:coreProperties>
</file>