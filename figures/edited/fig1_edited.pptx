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8862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354"/>
    <a:srgbClr val="FFD03A"/>
    <a:srgbClr val="FF8200"/>
    <a:srgbClr val="FFE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1"/>
    <p:restoredTop sz="94557"/>
  </p:normalViewPr>
  <p:slideViewPr>
    <p:cSldViewPr snapToGrid="0">
      <p:cViewPr>
        <p:scale>
          <a:sx n="213" d="100"/>
          <a:sy n="213" d="100"/>
        </p:scale>
        <p:origin x="111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7A601-E14C-8240-AB7A-32AF3F0D607D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3013" y="1143000"/>
            <a:ext cx="4371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EE8C8-7CB4-454B-BB68-0B5BDBFE1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9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EE8C8-7CB4-454B-BB68-0B5BDBFE11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58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465" y="448945"/>
            <a:ext cx="330327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775" y="1440815"/>
            <a:ext cx="291465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8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59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52" y="683896"/>
            <a:ext cx="3351848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152" y="1835786"/>
            <a:ext cx="3351848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7176" y="730250"/>
            <a:ext cx="1651635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7389" y="730250"/>
            <a:ext cx="1651635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14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146051"/>
            <a:ext cx="3351848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683" y="672465"/>
            <a:ext cx="164404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683" y="1002030"/>
            <a:ext cx="164404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67389" y="672465"/>
            <a:ext cx="165214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67389" y="1002030"/>
            <a:ext cx="165214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51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4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7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182880"/>
            <a:ext cx="125340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2141" y="394971"/>
            <a:ext cx="1967389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682" y="822960"/>
            <a:ext cx="125340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19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682" y="182880"/>
            <a:ext cx="125340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52141" y="394971"/>
            <a:ext cx="1967389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7682" y="822960"/>
            <a:ext cx="125340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7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8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1062" y="146050"/>
            <a:ext cx="837962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7177" y="146050"/>
            <a:ext cx="246530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9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7176" y="146051"/>
            <a:ext cx="3351848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7176" y="730250"/>
            <a:ext cx="3351848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7176" y="2542541"/>
            <a:ext cx="87439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58A40-1414-954C-B2D5-4CA3AFB9AD6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7304" y="2542541"/>
            <a:ext cx="1311593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4629" y="2542541"/>
            <a:ext cx="87439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2F0E9-00ED-204D-BE51-57CE476B8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11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995E05-D07A-98C9-F912-AD2D7899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743200" cy="274320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BD1DF467-B8AA-A097-3995-F55DB04CCFE5}"/>
              </a:ext>
            </a:extLst>
          </p:cNvPr>
          <p:cNvSpPr/>
          <p:nvPr/>
        </p:nvSpPr>
        <p:spPr>
          <a:xfrm>
            <a:off x="2027174" y="2011112"/>
            <a:ext cx="81267" cy="81267"/>
          </a:xfrm>
          <a:prstGeom prst="ellipse">
            <a:avLst/>
          </a:prstGeom>
          <a:solidFill>
            <a:srgbClr val="FF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42D893B-A49B-7CA6-C9BC-E91E95362338}"/>
              </a:ext>
            </a:extLst>
          </p:cNvPr>
          <p:cNvSpPr/>
          <p:nvPr/>
        </p:nvSpPr>
        <p:spPr>
          <a:xfrm>
            <a:off x="928635" y="360305"/>
            <a:ext cx="81267" cy="81267"/>
          </a:xfrm>
          <a:prstGeom prst="ellipse">
            <a:avLst/>
          </a:prstGeom>
          <a:solidFill>
            <a:srgbClr val="FFD0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riangle 159">
            <a:extLst>
              <a:ext uri="{FF2B5EF4-FFF2-40B4-BE49-F238E27FC236}">
                <a16:creationId xmlns:a16="http://schemas.microsoft.com/office/drawing/2014/main" id="{97348078-8D1B-5599-D6D7-05CB82883569}"/>
              </a:ext>
            </a:extLst>
          </p:cNvPr>
          <p:cNvSpPr/>
          <p:nvPr/>
        </p:nvSpPr>
        <p:spPr>
          <a:xfrm rot="16200000">
            <a:off x="1589287" y="-479636"/>
            <a:ext cx="646827" cy="1893683"/>
          </a:xfrm>
          <a:prstGeom prst="triangle">
            <a:avLst>
              <a:gd name="adj" fmla="val 60710"/>
            </a:avLst>
          </a:prstGeom>
          <a:solidFill>
            <a:schemeClr val="accent1">
              <a:alpha val="50000"/>
            </a:schemeClr>
          </a:solidFill>
          <a:ln w="3175">
            <a:solidFill>
              <a:schemeClr val="accent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riangle 160">
            <a:extLst>
              <a:ext uri="{FF2B5EF4-FFF2-40B4-BE49-F238E27FC236}">
                <a16:creationId xmlns:a16="http://schemas.microsoft.com/office/drawing/2014/main" id="{3DB3E714-1440-5E28-D8AD-F1E02B5D839F}"/>
              </a:ext>
            </a:extLst>
          </p:cNvPr>
          <p:cNvSpPr/>
          <p:nvPr/>
        </p:nvSpPr>
        <p:spPr>
          <a:xfrm rot="16200000">
            <a:off x="1803376" y="589808"/>
            <a:ext cx="685543" cy="1355127"/>
          </a:xfrm>
          <a:prstGeom prst="triangle">
            <a:avLst>
              <a:gd name="adj" fmla="val 51482"/>
            </a:avLst>
          </a:prstGeom>
          <a:solidFill>
            <a:schemeClr val="bg2">
              <a:alpha val="50000"/>
            </a:schemeClr>
          </a:solidFill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riangle 161">
            <a:extLst>
              <a:ext uri="{FF2B5EF4-FFF2-40B4-BE49-F238E27FC236}">
                <a16:creationId xmlns:a16="http://schemas.microsoft.com/office/drawing/2014/main" id="{681CB3EE-D661-54F8-31BC-D95646E53DA4}"/>
              </a:ext>
            </a:extLst>
          </p:cNvPr>
          <p:cNvSpPr/>
          <p:nvPr/>
        </p:nvSpPr>
        <p:spPr>
          <a:xfrm rot="16200000">
            <a:off x="2104217" y="1668924"/>
            <a:ext cx="685543" cy="753443"/>
          </a:xfrm>
          <a:prstGeom prst="triangle">
            <a:avLst>
              <a:gd name="adj" fmla="val 48493"/>
            </a:avLst>
          </a:prstGeom>
          <a:solidFill>
            <a:schemeClr val="accent3">
              <a:lumMod val="40000"/>
              <a:lumOff val="60000"/>
              <a:alpha val="50000"/>
            </a:schemeClr>
          </a:solidFill>
          <a:ln w="31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38D6E87C-1984-0516-11B1-E0A07D2AAE0B}"/>
              </a:ext>
            </a:extLst>
          </p:cNvPr>
          <p:cNvSpPr/>
          <p:nvPr/>
        </p:nvSpPr>
        <p:spPr>
          <a:xfrm>
            <a:off x="2747637" y="1683148"/>
            <a:ext cx="992956" cy="7271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7AEB9444-7513-1903-4D21-D0A75D1656D3}"/>
              </a:ext>
            </a:extLst>
          </p:cNvPr>
          <p:cNvSpPr/>
          <p:nvPr/>
        </p:nvSpPr>
        <p:spPr>
          <a:xfrm>
            <a:off x="2747636" y="103632"/>
            <a:ext cx="992957" cy="7271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AB441D3-0AE3-84C4-BABA-693599D8E683}"/>
              </a:ext>
            </a:extLst>
          </p:cNvPr>
          <p:cNvSpPr/>
          <p:nvPr/>
        </p:nvSpPr>
        <p:spPr>
          <a:xfrm>
            <a:off x="2743200" y="1682073"/>
            <a:ext cx="992956" cy="727151"/>
          </a:xfrm>
          <a:prstGeom prst="roundRect">
            <a:avLst/>
          </a:prstGeom>
          <a:solidFill>
            <a:schemeClr val="accent3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CEC6359C-B051-4FCA-20FD-66C1E229A5D6}"/>
              </a:ext>
            </a:extLst>
          </p:cNvPr>
          <p:cNvGrpSpPr/>
          <p:nvPr/>
        </p:nvGrpSpPr>
        <p:grpSpPr>
          <a:xfrm>
            <a:off x="3013927" y="2258200"/>
            <a:ext cx="149764" cy="88587"/>
            <a:chOff x="5022545" y="3695255"/>
            <a:chExt cx="198639" cy="117498"/>
          </a:xfrm>
        </p:grpSpPr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029BBF66-7659-14F9-D08E-8287232BA90E}"/>
                </a:ext>
              </a:extLst>
            </p:cNvPr>
            <p:cNvSpPr/>
            <p:nvPr/>
          </p:nvSpPr>
          <p:spPr>
            <a:xfrm rot="1773357">
              <a:off x="5022545" y="3695255"/>
              <a:ext cx="198639" cy="117498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66DBD06-4244-599B-FBBB-EA59E4D87BB1}"/>
                </a:ext>
              </a:extLst>
            </p:cNvPr>
            <p:cNvSpPr/>
            <p:nvPr/>
          </p:nvSpPr>
          <p:spPr>
            <a:xfrm rot="1773357">
              <a:off x="5125505" y="3739164"/>
              <a:ext cx="67339" cy="67339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7A5508D6-709A-2BDD-9EFA-A0CDA7CA80DC}"/>
              </a:ext>
            </a:extLst>
          </p:cNvPr>
          <p:cNvSpPr/>
          <p:nvPr/>
        </p:nvSpPr>
        <p:spPr>
          <a:xfrm>
            <a:off x="2747636" y="106196"/>
            <a:ext cx="992957" cy="727151"/>
          </a:xfrm>
          <a:prstGeom prst="roundRect">
            <a:avLst/>
          </a:prstGeom>
          <a:solidFill>
            <a:srgbClr val="FFED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DFBF719B-ED37-15EE-632F-D3C145B420C2}"/>
              </a:ext>
            </a:extLst>
          </p:cNvPr>
          <p:cNvSpPr/>
          <p:nvPr/>
        </p:nvSpPr>
        <p:spPr>
          <a:xfrm>
            <a:off x="2748062" y="903797"/>
            <a:ext cx="992958" cy="72715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778E16-8FAC-807C-E4FA-ECDC3CAE08E8}"/>
              </a:ext>
            </a:extLst>
          </p:cNvPr>
          <p:cNvGrpSpPr/>
          <p:nvPr/>
        </p:nvGrpSpPr>
        <p:grpSpPr>
          <a:xfrm>
            <a:off x="3523884" y="1750977"/>
            <a:ext cx="149764" cy="88587"/>
            <a:chOff x="3513700" y="1750977"/>
            <a:chExt cx="149764" cy="88587"/>
          </a:xfrm>
        </p:grpSpPr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379D1528-1ABA-D33A-8402-CF429DCCEC11}"/>
                </a:ext>
              </a:extLst>
            </p:cNvPr>
            <p:cNvSpPr/>
            <p:nvPr/>
          </p:nvSpPr>
          <p:spPr>
            <a:xfrm rot="1773357">
              <a:off x="3513700" y="1750977"/>
              <a:ext cx="149764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CF4C634-EF74-7B0C-55A9-070768AF8103}"/>
                </a:ext>
              </a:extLst>
            </p:cNvPr>
            <p:cNvSpPr/>
            <p:nvPr/>
          </p:nvSpPr>
          <p:spPr>
            <a:xfrm rot="1773357">
              <a:off x="3588267" y="1780908"/>
              <a:ext cx="50770" cy="50770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434559-74C8-28ED-3E4E-6FC7C4D83EC8}"/>
              </a:ext>
            </a:extLst>
          </p:cNvPr>
          <p:cNvGrpSpPr/>
          <p:nvPr/>
        </p:nvGrpSpPr>
        <p:grpSpPr>
          <a:xfrm>
            <a:off x="3523884" y="1888876"/>
            <a:ext cx="149764" cy="88587"/>
            <a:chOff x="3513700" y="1888876"/>
            <a:chExt cx="149764" cy="88587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E60A2497-9DFE-BDA0-BFED-E54947CA8E14}"/>
                </a:ext>
              </a:extLst>
            </p:cNvPr>
            <p:cNvSpPr/>
            <p:nvPr/>
          </p:nvSpPr>
          <p:spPr>
            <a:xfrm rot="1773357">
              <a:off x="3513700" y="1888876"/>
              <a:ext cx="149764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2867E9-87F0-1A0C-5744-3018ECAD65CC}"/>
                </a:ext>
              </a:extLst>
            </p:cNvPr>
            <p:cNvSpPr/>
            <p:nvPr/>
          </p:nvSpPr>
          <p:spPr>
            <a:xfrm rot="1773357">
              <a:off x="3588265" y="1920750"/>
              <a:ext cx="50770" cy="50770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91DD14-9527-B36F-952A-D02D729472FC}"/>
              </a:ext>
            </a:extLst>
          </p:cNvPr>
          <p:cNvGrpSpPr/>
          <p:nvPr/>
        </p:nvGrpSpPr>
        <p:grpSpPr>
          <a:xfrm>
            <a:off x="3523884" y="2026625"/>
            <a:ext cx="149764" cy="88587"/>
            <a:chOff x="3513700" y="2026625"/>
            <a:chExt cx="149764" cy="88587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9EB9B76B-615C-6248-BE57-D96DD0AAC3F4}"/>
                </a:ext>
              </a:extLst>
            </p:cNvPr>
            <p:cNvSpPr/>
            <p:nvPr/>
          </p:nvSpPr>
          <p:spPr>
            <a:xfrm rot="1773357">
              <a:off x="3513700" y="2026625"/>
              <a:ext cx="149764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902674-4ED7-BD82-7003-2DA0074574D8}"/>
                </a:ext>
              </a:extLst>
            </p:cNvPr>
            <p:cNvSpPr/>
            <p:nvPr/>
          </p:nvSpPr>
          <p:spPr>
            <a:xfrm rot="1773357">
              <a:off x="3588265" y="2060197"/>
              <a:ext cx="50770" cy="50770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CD3BD28-048A-BFF5-95A6-2C2D0200C5C9}"/>
              </a:ext>
            </a:extLst>
          </p:cNvPr>
          <p:cNvSpPr txBox="1"/>
          <p:nvPr/>
        </p:nvSpPr>
        <p:spPr>
          <a:xfrm>
            <a:off x="2308684" y="153191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Helvetica" pitchFamily="2" charset="0"/>
              </a:rPr>
              <a:t>Q1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43869E-9DF3-BB09-A404-432CCD080306}"/>
              </a:ext>
            </a:extLst>
          </p:cNvPr>
          <p:cNvSpPr txBox="1"/>
          <p:nvPr/>
        </p:nvSpPr>
        <p:spPr>
          <a:xfrm>
            <a:off x="329075" y="153191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Q2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98D3E-2314-D83B-A30C-955D9C4E3987}"/>
              </a:ext>
            </a:extLst>
          </p:cNvPr>
          <p:cNvSpPr txBox="1"/>
          <p:nvPr/>
        </p:nvSpPr>
        <p:spPr>
          <a:xfrm>
            <a:off x="2308684" y="216290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latin typeface="Helvetica" pitchFamily="2" charset="0"/>
              </a:rPr>
              <a:t>Q4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62D33F-DC1F-67E4-9D8E-D9C8EFF112BC}"/>
              </a:ext>
            </a:extLst>
          </p:cNvPr>
          <p:cNvSpPr txBox="1"/>
          <p:nvPr/>
        </p:nvSpPr>
        <p:spPr>
          <a:xfrm>
            <a:off x="329075" y="2162908"/>
            <a:ext cx="322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Q3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198CA42B-DD8C-968A-0D35-7D9F9749EAAD}"/>
              </a:ext>
            </a:extLst>
          </p:cNvPr>
          <p:cNvSpPr/>
          <p:nvPr/>
        </p:nvSpPr>
        <p:spPr>
          <a:xfrm>
            <a:off x="3302411" y="1782161"/>
            <a:ext cx="196769" cy="84556"/>
          </a:xfrm>
          <a:custGeom>
            <a:avLst/>
            <a:gdLst>
              <a:gd name="csX0" fmla="*/ 0 w 198922"/>
              <a:gd name="csY0" fmla="*/ 75003 h 75003"/>
              <a:gd name="csX1" fmla="*/ 83419 w 198922"/>
              <a:gd name="csY1" fmla="*/ 7626 h 75003"/>
              <a:gd name="csX2" fmla="*/ 198922 w 198922"/>
              <a:gd name="csY2" fmla="*/ 4418 h 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8922" h="75003">
                <a:moveTo>
                  <a:pt x="0" y="75003"/>
                </a:moveTo>
                <a:cubicBezTo>
                  <a:pt x="25132" y="47196"/>
                  <a:pt x="50265" y="19390"/>
                  <a:pt x="83419" y="7626"/>
                </a:cubicBezTo>
                <a:cubicBezTo>
                  <a:pt x="116573" y="-4138"/>
                  <a:pt x="157747" y="140"/>
                  <a:pt x="198922" y="4418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5E36F05-9DB2-4030-A3B1-9A903363C950}"/>
              </a:ext>
            </a:extLst>
          </p:cNvPr>
          <p:cNvSpPr/>
          <p:nvPr/>
        </p:nvSpPr>
        <p:spPr>
          <a:xfrm flipV="1">
            <a:off x="3311229" y="1986965"/>
            <a:ext cx="187951" cy="70099"/>
          </a:xfrm>
          <a:custGeom>
            <a:avLst/>
            <a:gdLst>
              <a:gd name="csX0" fmla="*/ 0 w 198922"/>
              <a:gd name="csY0" fmla="*/ 75003 h 75003"/>
              <a:gd name="csX1" fmla="*/ 83419 w 198922"/>
              <a:gd name="csY1" fmla="*/ 7626 h 75003"/>
              <a:gd name="csX2" fmla="*/ 198922 w 198922"/>
              <a:gd name="csY2" fmla="*/ 4418 h 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8922" h="75003">
                <a:moveTo>
                  <a:pt x="0" y="75003"/>
                </a:moveTo>
                <a:cubicBezTo>
                  <a:pt x="25132" y="47196"/>
                  <a:pt x="50265" y="19390"/>
                  <a:pt x="83419" y="7626"/>
                </a:cubicBezTo>
                <a:cubicBezTo>
                  <a:pt x="116573" y="-4138"/>
                  <a:pt x="157747" y="140"/>
                  <a:pt x="198922" y="4418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3DABAC5-319F-1FE4-12C3-D071D76512E8}"/>
              </a:ext>
            </a:extLst>
          </p:cNvPr>
          <p:cNvGrpSpPr/>
          <p:nvPr/>
        </p:nvGrpSpPr>
        <p:grpSpPr>
          <a:xfrm>
            <a:off x="2892436" y="644969"/>
            <a:ext cx="713688" cy="88589"/>
            <a:chOff x="2908703" y="644969"/>
            <a:chExt cx="713688" cy="88589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8E0B240B-97ED-8C72-E5AE-2540147FBFE3}"/>
                </a:ext>
              </a:extLst>
            </p:cNvPr>
            <p:cNvGrpSpPr/>
            <p:nvPr/>
          </p:nvGrpSpPr>
          <p:grpSpPr>
            <a:xfrm>
              <a:off x="3077947" y="644971"/>
              <a:ext cx="149763" cy="88587"/>
              <a:chOff x="5022545" y="3695255"/>
              <a:chExt cx="198639" cy="117498"/>
            </a:xfrm>
          </p:grpSpPr>
          <p:sp>
            <p:nvSpPr>
              <p:cNvPr id="148" name="Rounded Rectangle 147">
                <a:extLst>
                  <a:ext uri="{FF2B5EF4-FFF2-40B4-BE49-F238E27FC236}">
                    <a16:creationId xmlns:a16="http://schemas.microsoft.com/office/drawing/2014/main" id="{33CCB6F6-6306-583E-E701-3D53AEB08661}"/>
                  </a:ext>
                </a:extLst>
              </p:cNvPr>
              <p:cNvSpPr/>
              <p:nvPr/>
            </p:nvSpPr>
            <p:spPr>
              <a:xfrm rot="1773357">
                <a:off x="5022545" y="3695255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C896CD45-A196-958A-B61C-74BDAB833BFD}"/>
                  </a:ext>
                </a:extLst>
              </p:cNvPr>
              <p:cNvSpPr/>
              <p:nvPr/>
            </p:nvSpPr>
            <p:spPr>
              <a:xfrm rot="1773357">
                <a:off x="5125505" y="3739164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2468338-83A8-3200-C4F0-1D9D494ADFC3}"/>
                </a:ext>
              </a:extLst>
            </p:cNvPr>
            <p:cNvGrpSpPr/>
            <p:nvPr/>
          </p:nvGrpSpPr>
          <p:grpSpPr>
            <a:xfrm>
              <a:off x="3299308" y="644971"/>
              <a:ext cx="149763" cy="88587"/>
              <a:chOff x="5036249" y="3695255"/>
              <a:chExt cx="198639" cy="117498"/>
            </a:xfrm>
          </p:grpSpPr>
          <p:sp>
            <p:nvSpPr>
              <p:cNvPr id="146" name="Rounded Rectangle 145">
                <a:extLst>
                  <a:ext uri="{FF2B5EF4-FFF2-40B4-BE49-F238E27FC236}">
                    <a16:creationId xmlns:a16="http://schemas.microsoft.com/office/drawing/2014/main" id="{775067BC-1CBE-CF18-EB8E-998A1FFE2031}"/>
                  </a:ext>
                </a:extLst>
              </p:cNvPr>
              <p:cNvSpPr/>
              <p:nvPr/>
            </p:nvSpPr>
            <p:spPr>
              <a:xfrm rot="1773357">
                <a:off x="5036249" y="3695255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F00C0269-44C8-7E22-C199-97A29AF22095}"/>
                  </a:ext>
                </a:extLst>
              </p:cNvPr>
              <p:cNvSpPr/>
              <p:nvPr/>
            </p:nvSpPr>
            <p:spPr>
              <a:xfrm rot="1773357">
                <a:off x="5139209" y="3739164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C301F5C-15BA-8895-B868-AE92D36A071D}"/>
                </a:ext>
              </a:extLst>
            </p:cNvPr>
            <p:cNvGrpSpPr/>
            <p:nvPr/>
          </p:nvGrpSpPr>
          <p:grpSpPr>
            <a:xfrm>
              <a:off x="3472628" y="644971"/>
              <a:ext cx="149763" cy="88587"/>
              <a:chOff x="5036249" y="3695255"/>
              <a:chExt cx="198639" cy="117498"/>
            </a:xfrm>
          </p:grpSpPr>
          <p:sp>
            <p:nvSpPr>
              <p:cNvPr id="144" name="Rounded Rectangle 143">
                <a:extLst>
                  <a:ext uri="{FF2B5EF4-FFF2-40B4-BE49-F238E27FC236}">
                    <a16:creationId xmlns:a16="http://schemas.microsoft.com/office/drawing/2014/main" id="{08E9EEFD-FB75-47DB-5267-2B1770B39ECE}"/>
                  </a:ext>
                </a:extLst>
              </p:cNvPr>
              <p:cNvSpPr/>
              <p:nvPr/>
            </p:nvSpPr>
            <p:spPr>
              <a:xfrm rot="1773357">
                <a:off x="5036249" y="3695255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7252F776-7CB3-092F-3FB7-8F77925F3189}"/>
                  </a:ext>
                </a:extLst>
              </p:cNvPr>
              <p:cNvSpPr/>
              <p:nvPr/>
            </p:nvSpPr>
            <p:spPr>
              <a:xfrm rot="1773357">
                <a:off x="5139209" y="3739164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0F600CF-F3FC-C431-FF66-22BCFEFABD05}"/>
                </a:ext>
              </a:extLst>
            </p:cNvPr>
            <p:cNvGrpSpPr/>
            <p:nvPr/>
          </p:nvGrpSpPr>
          <p:grpSpPr>
            <a:xfrm>
              <a:off x="2908703" y="644969"/>
              <a:ext cx="149763" cy="88587"/>
              <a:chOff x="5022545" y="3695253"/>
              <a:chExt cx="198639" cy="117498"/>
            </a:xfrm>
          </p:grpSpPr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9F7DCF2A-7129-4A29-7C74-AA97DE1010FE}"/>
                  </a:ext>
                </a:extLst>
              </p:cNvPr>
              <p:cNvSpPr/>
              <p:nvPr/>
            </p:nvSpPr>
            <p:spPr>
              <a:xfrm rot="1773357">
                <a:off x="5022545" y="3695253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E39C7D0-87A6-1F21-9B85-BD32DF2D86E9}"/>
                  </a:ext>
                </a:extLst>
              </p:cNvPr>
              <p:cNvSpPr/>
              <p:nvPr/>
            </p:nvSpPr>
            <p:spPr>
              <a:xfrm rot="1773357">
                <a:off x="5125505" y="3739164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5555FF-C3E3-8E15-4CCF-6C4FB6C08DC0}"/>
              </a:ext>
            </a:extLst>
          </p:cNvPr>
          <p:cNvGrpSpPr/>
          <p:nvPr/>
        </p:nvGrpSpPr>
        <p:grpSpPr>
          <a:xfrm>
            <a:off x="3523885" y="191150"/>
            <a:ext cx="149763" cy="88587"/>
            <a:chOff x="3528972" y="197682"/>
            <a:chExt cx="149763" cy="88587"/>
          </a:xfrm>
        </p:grpSpPr>
        <p:sp>
          <p:nvSpPr>
            <p:cNvPr id="134" name="Rounded Rectangle 133">
              <a:extLst>
                <a:ext uri="{FF2B5EF4-FFF2-40B4-BE49-F238E27FC236}">
                  <a16:creationId xmlns:a16="http://schemas.microsoft.com/office/drawing/2014/main" id="{5280465B-AFF7-45AE-8B4D-F50ED4969B32}"/>
                </a:ext>
              </a:extLst>
            </p:cNvPr>
            <p:cNvSpPr/>
            <p:nvPr/>
          </p:nvSpPr>
          <p:spPr>
            <a:xfrm rot="1773357">
              <a:off x="3528972" y="197682"/>
              <a:ext cx="149763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E7D8E67B-EFA7-DCFE-B365-861BF8C0049F}"/>
                </a:ext>
              </a:extLst>
            </p:cNvPr>
            <p:cNvSpPr/>
            <p:nvPr/>
          </p:nvSpPr>
          <p:spPr>
            <a:xfrm rot="1773357">
              <a:off x="3601499" y="230213"/>
              <a:ext cx="50770" cy="50770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69FC67-3004-0C87-03CC-13819D6A5A37}"/>
              </a:ext>
            </a:extLst>
          </p:cNvPr>
          <p:cNvGrpSpPr/>
          <p:nvPr/>
        </p:nvGrpSpPr>
        <p:grpSpPr>
          <a:xfrm>
            <a:off x="2943226" y="372154"/>
            <a:ext cx="602535" cy="234601"/>
            <a:chOff x="2943226" y="378686"/>
            <a:chExt cx="602535" cy="23460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BC4F606-DD06-6131-6C71-4B71CD2DFA44}"/>
                </a:ext>
              </a:extLst>
            </p:cNvPr>
            <p:cNvGrpSpPr/>
            <p:nvPr/>
          </p:nvGrpSpPr>
          <p:grpSpPr>
            <a:xfrm>
              <a:off x="2943226" y="378686"/>
              <a:ext cx="296590" cy="234601"/>
              <a:chOff x="2943226" y="378714"/>
              <a:chExt cx="296590" cy="234601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897818A-2CEE-A014-1890-0AEC86A0E12C}"/>
                  </a:ext>
                </a:extLst>
              </p:cNvPr>
              <p:cNvSpPr/>
              <p:nvPr/>
            </p:nvSpPr>
            <p:spPr>
              <a:xfrm>
                <a:off x="2943226" y="378714"/>
                <a:ext cx="296590" cy="227711"/>
              </a:xfrm>
              <a:custGeom>
                <a:avLst/>
                <a:gdLst>
                  <a:gd name="csX0" fmla="*/ 298450 w 298567"/>
                  <a:gd name="csY0" fmla="*/ 0 h 231775"/>
                  <a:gd name="csX1" fmla="*/ 257175 w 298567"/>
                  <a:gd name="csY1" fmla="*/ 111125 h 231775"/>
                  <a:gd name="csX2" fmla="*/ 44450 w 298567"/>
                  <a:gd name="csY2" fmla="*/ 155575 h 231775"/>
                  <a:gd name="csX3" fmla="*/ 0 w 298567"/>
                  <a:gd name="csY3" fmla="*/ 231775 h 231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8567" h="231775">
                    <a:moveTo>
                      <a:pt x="298450" y="0"/>
                    </a:moveTo>
                    <a:cubicBezTo>
                      <a:pt x="298979" y="42598"/>
                      <a:pt x="299508" y="85196"/>
                      <a:pt x="257175" y="111125"/>
                    </a:cubicBezTo>
                    <a:cubicBezTo>
                      <a:pt x="214842" y="137054"/>
                      <a:pt x="87312" y="135467"/>
                      <a:pt x="44450" y="155575"/>
                    </a:cubicBezTo>
                    <a:cubicBezTo>
                      <a:pt x="1588" y="175683"/>
                      <a:pt x="794" y="203729"/>
                      <a:pt x="0" y="231775"/>
                    </a:cubicBezTo>
                  </a:path>
                </a:pathLst>
              </a:cu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AAC5638-72E1-FCD1-F929-E70BCF100E84}"/>
                  </a:ext>
                </a:extLst>
              </p:cNvPr>
              <p:cNvSpPr/>
              <p:nvPr/>
            </p:nvSpPr>
            <p:spPr>
              <a:xfrm>
                <a:off x="3124158" y="497305"/>
                <a:ext cx="48970" cy="116010"/>
              </a:xfrm>
              <a:custGeom>
                <a:avLst/>
                <a:gdLst>
                  <a:gd name="csX0" fmla="*/ 57752 w 57752"/>
                  <a:gd name="csY0" fmla="*/ 0 h 96253"/>
                  <a:gd name="csX1" fmla="*/ 9625 w 57752"/>
                  <a:gd name="csY1" fmla="*/ 22459 h 96253"/>
                  <a:gd name="csX2" fmla="*/ 0 w 57752"/>
                  <a:gd name="csY2" fmla="*/ 96253 h 962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752" h="96253">
                    <a:moveTo>
                      <a:pt x="57752" y="0"/>
                    </a:moveTo>
                    <a:cubicBezTo>
                      <a:pt x="38501" y="3208"/>
                      <a:pt x="19250" y="6417"/>
                      <a:pt x="9625" y="22459"/>
                    </a:cubicBezTo>
                    <a:cubicBezTo>
                      <a:pt x="0" y="38501"/>
                      <a:pt x="0" y="67377"/>
                      <a:pt x="0" y="96253"/>
                    </a:cubicBezTo>
                  </a:path>
                </a:pathLst>
              </a:cu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A5924FE-3AD1-AD36-275C-2D69FC2C5513}"/>
                </a:ext>
              </a:extLst>
            </p:cNvPr>
            <p:cNvGrpSpPr/>
            <p:nvPr/>
          </p:nvGrpSpPr>
          <p:grpSpPr>
            <a:xfrm flipH="1">
              <a:off x="3249171" y="378686"/>
              <a:ext cx="296590" cy="234601"/>
              <a:chOff x="3095626" y="531114"/>
              <a:chExt cx="296590" cy="234601"/>
            </a:xfrm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D99AFFF-72B1-0134-CB31-FA997047876F}"/>
                  </a:ext>
                </a:extLst>
              </p:cNvPr>
              <p:cNvSpPr/>
              <p:nvPr/>
            </p:nvSpPr>
            <p:spPr>
              <a:xfrm>
                <a:off x="3095626" y="531114"/>
                <a:ext cx="296590" cy="227711"/>
              </a:xfrm>
              <a:custGeom>
                <a:avLst/>
                <a:gdLst>
                  <a:gd name="csX0" fmla="*/ 298450 w 298567"/>
                  <a:gd name="csY0" fmla="*/ 0 h 231775"/>
                  <a:gd name="csX1" fmla="*/ 257175 w 298567"/>
                  <a:gd name="csY1" fmla="*/ 111125 h 231775"/>
                  <a:gd name="csX2" fmla="*/ 44450 w 298567"/>
                  <a:gd name="csY2" fmla="*/ 155575 h 231775"/>
                  <a:gd name="csX3" fmla="*/ 0 w 298567"/>
                  <a:gd name="csY3" fmla="*/ 231775 h 231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98567" h="231775">
                    <a:moveTo>
                      <a:pt x="298450" y="0"/>
                    </a:moveTo>
                    <a:cubicBezTo>
                      <a:pt x="298979" y="42598"/>
                      <a:pt x="299508" y="85196"/>
                      <a:pt x="257175" y="111125"/>
                    </a:cubicBezTo>
                    <a:cubicBezTo>
                      <a:pt x="214842" y="137054"/>
                      <a:pt x="87312" y="135467"/>
                      <a:pt x="44450" y="155575"/>
                    </a:cubicBezTo>
                    <a:cubicBezTo>
                      <a:pt x="1588" y="175683"/>
                      <a:pt x="794" y="203729"/>
                      <a:pt x="0" y="231775"/>
                    </a:cubicBezTo>
                  </a:path>
                </a:pathLst>
              </a:cu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C27AAF2B-0873-49D2-64FD-D5C6A9B797F3}"/>
                  </a:ext>
                </a:extLst>
              </p:cNvPr>
              <p:cNvSpPr/>
              <p:nvPr/>
            </p:nvSpPr>
            <p:spPr>
              <a:xfrm>
                <a:off x="3276558" y="649705"/>
                <a:ext cx="48970" cy="116010"/>
              </a:xfrm>
              <a:custGeom>
                <a:avLst/>
                <a:gdLst>
                  <a:gd name="csX0" fmla="*/ 57752 w 57752"/>
                  <a:gd name="csY0" fmla="*/ 0 h 96253"/>
                  <a:gd name="csX1" fmla="*/ 9625 w 57752"/>
                  <a:gd name="csY1" fmla="*/ 22459 h 96253"/>
                  <a:gd name="csX2" fmla="*/ 0 w 57752"/>
                  <a:gd name="csY2" fmla="*/ 96253 h 962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752" h="96253">
                    <a:moveTo>
                      <a:pt x="57752" y="0"/>
                    </a:moveTo>
                    <a:cubicBezTo>
                      <a:pt x="38501" y="3208"/>
                      <a:pt x="19250" y="6417"/>
                      <a:pt x="9625" y="22459"/>
                    </a:cubicBezTo>
                    <a:cubicBezTo>
                      <a:pt x="0" y="38501"/>
                      <a:pt x="0" y="67377"/>
                      <a:pt x="0" y="96253"/>
                    </a:cubicBezTo>
                  </a:path>
                </a:pathLst>
              </a:custGeom>
              <a:noFill/>
              <a:ln w="12700">
                <a:solidFill>
                  <a:schemeClr val="tx1">
                    <a:lumMod val="65000"/>
                    <a:lumOff val="35000"/>
                  </a:schemeClr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9" name="Freeform 78">
            <a:extLst>
              <a:ext uri="{FF2B5EF4-FFF2-40B4-BE49-F238E27FC236}">
                <a16:creationId xmlns:a16="http://schemas.microsoft.com/office/drawing/2014/main" id="{2EC567BF-5469-6094-F6C3-07453E5C730A}"/>
              </a:ext>
            </a:extLst>
          </p:cNvPr>
          <p:cNvSpPr/>
          <p:nvPr/>
        </p:nvSpPr>
        <p:spPr>
          <a:xfrm>
            <a:off x="3325675" y="216848"/>
            <a:ext cx="169124" cy="59459"/>
          </a:xfrm>
          <a:custGeom>
            <a:avLst/>
            <a:gdLst>
              <a:gd name="csX0" fmla="*/ 0 w 198922"/>
              <a:gd name="csY0" fmla="*/ 75003 h 75003"/>
              <a:gd name="csX1" fmla="*/ 83419 w 198922"/>
              <a:gd name="csY1" fmla="*/ 7626 h 75003"/>
              <a:gd name="csX2" fmla="*/ 198922 w 198922"/>
              <a:gd name="csY2" fmla="*/ 4418 h 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8922" h="75003">
                <a:moveTo>
                  <a:pt x="0" y="75003"/>
                </a:moveTo>
                <a:cubicBezTo>
                  <a:pt x="25132" y="47196"/>
                  <a:pt x="50265" y="19390"/>
                  <a:pt x="83419" y="7626"/>
                </a:cubicBezTo>
                <a:cubicBezTo>
                  <a:pt x="116573" y="-4138"/>
                  <a:pt x="157747" y="140"/>
                  <a:pt x="198922" y="4418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DEEA8E2-30A8-949F-8987-D15DF1E5BAC7}"/>
              </a:ext>
            </a:extLst>
          </p:cNvPr>
          <p:cNvGrpSpPr/>
          <p:nvPr/>
        </p:nvGrpSpPr>
        <p:grpSpPr>
          <a:xfrm>
            <a:off x="3169233" y="252421"/>
            <a:ext cx="149763" cy="88587"/>
            <a:chOff x="5022545" y="3695255"/>
            <a:chExt cx="198639" cy="117498"/>
          </a:xfrm>
        </p:grpSpPr>
        <p:sp>
          <p:nvSpPr>
            <p:cNvPr id="150" name="Rounded Rectangle 149">
              <a:extLst>
                <a:ext uri="{FF2B5EF4-FFF2-40B4-BE49-F238E27FC236}">
                  <a16:creationId xmlns:a16="http://schemas.microsoft.com/office/drawing/2014/main" id="{162B2A07-5CFA-26BB-1A7A-D0E011A49B0F}"/>
                </a:ext>
              </a:extLst>
            </p:cNvPr>
            <p:cNvSpPr/>
            <p:nvPr/>
          </p:nvSpPr>
          <p:spPr>
            <a:xfrm rot="1773357">
              <a:off x="5022545" y="3695255"/>
              <a:ext cx="198639" cy="117498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5D97795-097D-47FF-18F0-615F1748AC97}"/>
                </a:ext>
              </a:extLst>
            </p:cNvPr>
            <p:cNvSpPr/>
            <p:nvPr/>
          </p:nvSpPr>
          <p:spPr>
            <a:xfrm rot="1773357">
              <a:off x="5125505" y="3739164"/>
              <a:ext cx="67339" cy="67339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03D974-D285-169C-695B-B0AB77AE0407}"/>
              </a:ext>
            </a:extLst>
          </p:cNvPr>
          <p:cNvGrpSpPr/>
          <p:nvPr/>
        </p:nvGrpSpPr>
        <p:grpSpPr>
          <a:xfrm>
            <a:off x="3523885" y="1001335"/>
            <a:ext cx="149763" cy="88587"/>
            <a:chOff x="3489850" y="1001335"/>
            <a:chExt cx="149763" cy="88587"/>
          </a:xfrm>
        </p:grpSpPr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D0CACAE0-A9B0-F793-7EE0-E808A246AAFC}"/>
                </a:ext>
              </a:extLst>
            </p:cNvPr>
            <p:cNvSpPr/>
            <p:nvPr/>
          </p:nvSpPr>
          <p:spPr>
            <a:xfrm rot="1773357">
              <a:off x="3489850" y="1001335"/>
              <a:ext cx="149763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0CDDE6A-7714-F3A8-82C8-46048D04155B}"/>
                </a:ext>
              </a:extLst>
            </p:cNvPr>
            <p:cNvSpPr/>
            <p:nvPr/>
          </p:nvSpPr>
          <p:spPr>
            <a:xfrm rot="1773357">
              <a:off x="3564043" y="1033723"/>
              <a:ext cx="50770" cy="50770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182E59-F6C6-9AAA-E9CE-5EF22EFA3591}"/>
              </a:ext>
            </a:extLst>
          </p:cNvPr>
          <p:cNvGrpSpPr/>
          <p:nvPr/>
        </p:nvGrpSpPr>
        <p:grpSpPr>
          <a:xfrm>
            <a:off x="3523885" y="1196871"/>
            <a:ext cx="149763" cy="88587"/>
            <a:chOff x="3483630" y="1196871"/>
            <a:chExt cx="149763" cy="88587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EC4D6BB9-EE4B-1798-4A1A-2B791BF661D3}"/>
                </a:ext>
              </a:extLst>
            </p:cNvPr>
            <p:cNvSpPr/>
            <p:nvPr/>
          </p:nvSpPr>
          <p:spPr>
            <a:xfrm rot="1773357">
              <a:off x="3483630" y="1196871"/>
              <a:ext cx="149763" cy="88587"/>
            </a:xfrm>
            <a:prstGeom prst="roundRect">
              <a:avLst>
                <a:gd name="adj" fmla="val 47948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1366A09-64A1-7DCF-C141-E4BBFD27BDEF}"/>
                </a:ext>
              </a:extLst>
            </p:cNvPr>
            <p:cNvSpPr/>
            <p:nvPr/>
          </p:nvSpPr>
          <p:spPr>
            <a:xfrm rot="1773357">
              <a:off x="3560554" y="1230442"/>
              <a:ext cx="50770" cy="50770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Freeform 79">
            <a:extLst>
              <a:ext uri="{FF2B5EF4-FFF2-40B4-BE49-F238E27FC236}">
                <a16:creationId xmlns:a16="http://schemas.microsoft.com/office/drawing/2014/main" id="{FF152215-DC76-B383-ADEA-836300AC1075}"/>
              </a:ext>
            </a:extLst>
          </p:cNvPr>
          <p:cNvSpPr/>
          <p:nvPr/>
        </p:nvSpPr>
        <p:spPr>
          <a:xfrm>
            <a:off x="3315859" y="1021264"/>
            <a:ext cx="183322" cy="68165"/>
          </a:xfrm>
          <a:custGeom>
            <a:avLst/>
            <a:gdLst>
              <a:gd name="csX0" fmla="*/ 0 w 198922"/>
              <a:gd name="csY0" fmla="*/ 75003 h 75003"/>
              <a:gd name="csX1" fmla="*/ 83419 w 198922"/>
              <a:gd name="csY1" fmla="*/ 7626 h 75003"/>
              <a:gd name="csX2" fmla="*/ 198922 w 198922"/>
              <a:gd name="csY2" fmla="*/ 4418 h 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8922" h="75003">
                <a:moveTo>
                  <a:pt x="0" y="75003"/>
                </a:moveTo>
                <a:cubicBezTo>
                  <a:pt x="25132" y="47196"/>
                  <a:pt x="50265" y="19390"/>
                  <a:pt x="83419" y="7626"/>
                </a:cubicBezTo>
                <a:cubicBezTo>
                  <a:pt x="116573" y="-4138"/>
                  <a:pt x="157747" y="140"/>
                  <a:pt x="198922" y="4418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4856E788-E004-340C-5CF9-9A0FA6713A61}"/>
              </a:ext>
            </a:extLst>
          </p:cNvPr>
          <p:cNvSpPr/>
          <p:nvPr/>
        </p:nvSpPr>
        <p:spPr>
          <a:xfrm flipV="1">
            <a:off x="3314011" y="1179087"/>
            <a:ext cx="185170" cy="56974"/>
          </a:xfrm>
          <a:custGeom>
            <a:avLst/>
            <a:gdLst>
              <a:gd name="csX0" fmla="*/ 0 w 198922"/>
              <a:gd name="csY0" fmla="*/ 75003 h 75003"/>
              <a:gd name="csX1" fmla="*/ 83419 w 198922"/>
              <a:gd name="csY1" fmla="*/ 7626 h 75003"/>
              <a:gd name="csX2" fmla="*/ 198922 w 198922"/>
              <a:gd name="csY2" fmla="*/ 4418 h 75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8922" h="75003">
                <a:moveTo>
                  <a:pt x="0" y="75003"/>
                </a:moveTo>
                <a:cubicBezTo>
                  <a:pt x="25132" y="47196"/>
                  <a:pt x="50265" y="19390"/>
                  <a:pt x="83419" y="7626"/>
                </a:cubicBezTo>
                <a:cubicBezTo>
                  <a:pt x="116573" y="-4138"/>
                  <a:pt x="157747" y="140"/>
                  <a:pt x="198922" y="4418"/>
                </a:cubicBezTo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415D5A0-74BF-69B2-B6A9-A71D3FE2EFC6}"/>
              </a:ext>
            </a:extLst>
          </p:cNvPr>
          <p:cNvGrpSpPr/>
          <p:nvPr/>
        </p:nvGrpSpPr>
        <p:grpSpPr>
          <a:xfrm>
            <a:off x="3169660" y="1072476"/>
            <a:ext cx="149763" cy="88587"/>
            <a:chOff x="5022545" y="3695255"/>
            <a:chExt cx="198639" cy="117498"/>
          </a:xfrm>
        </p:grpSpPr>
        <p:sp>
          <p:nvSpPr>
            <p:cNvPr id="113" name="Rounded Rectangle 112">
              <a:extLst>
                <a:ext uri="{FF2B5EF4-FFF2-40B4-BE49-F238E27FC236}">
                  <a16:creationId xmlns:a16="http://schemas.microsoft.com/office/drawing/2014/main" id="{2DBA09F3-5186-0CA9-E876-0E579D44F1E4}"/>
                </a:ext>
              </a:extLst>
            </p:cNvPr>
            <p:cNvSpPr/>
            <p:nvPr/>
          </p:nvSpPr>
          <p:spPr>
            <a:xfrm rot="1773357">
              <a:off x="5022545" y="3695255"/>
              <a:ext cx="198639" cy="117498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35B91A9-E371-15BE-72ED-E2A47F213ACE}"/>
                </a:ext>
              </a:extLst>
            </p:cNvPr>
            <p:cNvSpPr/>
            <p:nvPr/>
          </p:nvSpPr>
          <p:spPr>
            <a:xfrm rot="1773357">
              <a:off x="5125505" y="3739164"/>
              <a:ext cx="67339" cy="67339"/>
            </a:xfrm>
            <a:prstGeom prst="ellipse">
              <a:avLst/>
            </a:pr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8E98195-2DBD-4A4E-4DB8-10B96F6A769C}"/>
              </a:ext>
            </a:extLst>
          </p:cNvPr>
          <p:cNvGrpSpPr/>
          <p:nvPr/>
        </p:nvGrpSpPr>
        <p:grpSpPr>
          <a:xfrm>
            <a:off x="3164796" y="1875320"/>
            <a:ext cx="149764" cy="88587"/>
            <a:chOff x="5022545" y="3695255"/>
            <a:chExt cx="198639" cy="117498"/>
          </a:xfrm>
        </p:grpSpPr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DC443351-C269-B522-2E68-6A358B24F8D5}"/>
                </a:ext>
              </a:extLst>
            </p:cNvPr>
            <p:cNvSpPr/>
            <p:nvPr/>
          </p:nvSpPr>
          <p:spPr>
            <a:xfrm rot="1773357">
              <a:off x="5022545" y="3695255"/>
              <a:ext cx="198639" cy="117498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B28522DC-1FB4-27B0-1FA5-68DFBBBB959D}"/>
                </a:ext>
              </a:extLst>
            </p:cNvPr>
            <p:cNvSpPr/>
            <p:nvPr/>
          </p:nvSpPr>
          <p:spPr>
            <a:xfrm rot="1773357">
              <a:off x="5125505" y="3739164"/>
              <a:ext cx="67339" cy="67339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A7804B-90DA-B24F-FCFB-5A05FE9E8C2C}"/>
              </a:ext>
            </a:extLst>
          </p:cNvPr>
          <p:cNvGrpSpPr/>
          <p:nvPr/>
        </p:nvGrpSpPr>
        <p:grpSpPr>
          <a:xfrm>
            <a:off x="3070108" y="1996306"/>
            <a:ext cx="339141" cy="221380"/>
            <a:chOff x="2925158" y="1996306"/>
            <a:chExt cx="339141" cy="22138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718976D-4E48-7E47-EBD4-779069A86778}"/>
                </a:ext>
              </a:extLst>
            </p:cNvPr>
            <p:cNvSpPr/>
            <p:nvPr/>
          </p:nvSpPr>
          <p:spPr>
            <a:xfrm>
              <a:off x="2925158" y="1996306"/>
              <a:ext cx="166938" cy="221380"/>
            </a:xfrm>
            <a:custGeom>
              <a:avLst/>
              <a:gdLst>
                <a:gd name="csX0" fmla="*/ 298450 w 298567"/>
                <a:gd name="csY0" fmla="*/ 0 h 231775"/>
                <a:gd name="csX1" fmla="*/ 257175 w 298567"/>
                <a:gd name="csY1" fmla="*/ 111125 h 231775"/>
                <a:gd name="csX2" fmla="*/ 44450 w 298567"/>
                <a:gd name="csY2" fmla="*/ 155575 h 231775"/>
                <a:gd name="csX3" fmla="*/ 0 w 298567"/>
                <a:gd name="csY3" fmla="*/ 231775 h 231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8567" h="231775">
                  <a:moveTo>
                    <a:pt x="298450" y="0"/>
                  </a:moveTo>
                  <a:cubicBezTo>
                    <a:pt x="298979" y="42598"/>
                    <a:pt x="299508" y="85196"/>
                    <a:pt x="257175" y="111125"/>
                  </a:cubicBezTo>
                  <a:cubicBezTo>
                    <a:pt x="214842" y="137054"/>
                    <a:pt x="87312" y="135467"/>
                    <a:pt x="44450" y="155575"/>
                  </a:cubicBezTo>
                  <a:cubicBezTo>
                    <a:pt x="1588" y="175683"/>
                    <a:pt x="794" y="203729"/>
                    <a:pt x="0" y="231775"/>
                  </a:cubicBezTo>
                </a:path>
              </a:pathLst>
            </a:cu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E44C577-48CE-CCD9-7413-C1F210B87220}"/>
                </a:ext>
              </a:extLst>
            </p:cNvPr>
            <p:cNvSpPr/>
            <p:nvPr/>
          </p:nvSpPr>
          <p:spPr>
            <a:xfrm flipH="1">
              <a:off x="3097361" y="1996306"/>
              <a:ext cx="166938" cy="221380"/>
            </a:xfrm>
            <a:custGeom>
              <a:avLst/>
              <a:gdLst>
                <a:gd name="csX0" fmla="*/ 298450 w 298567"/>
                <a:gd name="csY0" fmla="*/ 0 h 231775"/>
                <a:gd name="csX1" fmla="*/ 257175 w 298567"/>
                <a:gd name="csY1" fmla="*/ 111125 h 231775"/>
                <a:gd name="csX2" fmla="*/ 44450 w 298567"/>
                <a:gd name="csY2" fmla="*/ 155575 h 231775"/>
                <a:gd name="csX3" fmla="*/ 0 w 298567"/>
                <a:gd name="csY3" fmla="*/ 231775 h 231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8567" h="231775">
                  <a:moveTo>
                    <a:pt x="298450" y="0"/>
                  </a:moveTo>
                  <a:cubicBezTo>
                    <a:pt x="298979" y="42598"/>
                    <a:pt x="299508" y="85196"/>
                    <a:pt x="257175" y="111125"/>
                  </a:cubicBezTo>
                  <a:cubicBezTo>
                    <a:pt x="214842" y="137054"/>
                    <a:pt x="87312" y="135467"/>
                    <a:pt x="44450" y="155575"/>
                  </a:cubicBezTo>
                  <a:cubicBezTo>
                    <a:pt x="1588" y="175683"/>
                    <a:pt x="794" y="203729"/>
                    <a:pt x="0" y="231775"/>
                  </a:cubicBezTo>
                </a:path>
              </a:pathLst>
            </a:cu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D2BBA2-A18B-2D23-7FA4-549CC3AC8FFE}"/>
              </a:ext>
            </a:extLst>
          </p:cNvPr>
          <p:cNvGrpSpPr/>
          <p:nvPr/>
        </p:nvGrpSpPr>
        <p:grpSpPr>
          <a:xfrm>
            <a:off x="3337780" y="2258200"/>
            <a:ext cx="149764" cy="88587"/>
            <a:chOff x="5022545" y="3695255"/>
            <a:chExt cx="198639" cy="117498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9E10C85-17CC-5324-85BD-1147FB266276}"/>
                </a:ext>
              </a:extLst>
            </p:cNvPr>
            <p:cNvSpPr/>
            <p:nvPr/>
          </p:nvSpPr>
          <p:spPr>
            <a:xfrm rot="1773357">
              <a:off x="5022545" y="3695255"/>
              <a:ext cx="198639" cy="117498"/>
            </a:xfrm>
            <a:prstGeom prst="roundRect">
              <a:avLst>
                <a:gd name="adj" fmla="val 47948"/>
              </a:avLst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C0B4F57-7274-312A-AB47-AA9502612AB4}"/>
                </a:ext>
              </a:extLst>
            </p:cNvPr>
            <p:cNvSpPr/>
            <p:nvPr/>
          </p:nvSpPr>
          <p:spPr>
            <a:xfrm rot="1773357">
              <a:off x="5125505" y="3739164"/>
              <a:ext cx="67339" cy="67339"/>
            </a:xfrm>
            <a:prstGeom prst="ellipse">
              <a:avLst/>
            </a:prstGeom>
            <a:noFill/>
            <a:ln w="12700">
              <a:solidFill>
                <a:srgbClr val="FF8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C6D2299-C75B-0F29-7667-850E15097443}"/>
              </a:ext>
            </a:extLst>
          </p:cNvPr>
          <p:cNvGrpSpPr/>
          <p:nvPr/>
        </p:nvGrpSpPr>
        <p:grpSpPr>
          <a:xfrm>
            <a:off x="3044045" y="1188709"/>
            <a:ext cx="400993" cy="221380"/>
            <a:chOff x="2932345" y="1189822"/>
            <a:chExt cx="400993" cy="221380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752EA1F-1661-E36B-6605-40CB7C932803}"/>
                </a:ext>
              </a:extLst>
            </p:cNvPr>
            <p:cNvSpPr/>
            <p:nvPr/>
          </p:nvSpPr>
          <p:spPr>
            <a:xfrm>
              <a:off x="2932345" y="1189822"/>
              <a:ext cx="214009" cy="221380"/>
            </a:xfrm>
            <a:custGeom>
              <a:avLst/>
              <a:gdLst>
                <a:gd name="csX0" fmla="*/ 298450 w 298567"/>
                <a:gd name="csY0" fmla="*/ 0 h 231775"/>
                <a:gd name="csX1" fmla="*/ 257175 w 298567"/>
                <a:gd name="csY1" fmla="*/ 111125 h 231775"/>
                <a:gd name="csX2" fmla="*/ 44450 w 298567"/>
                <a:gd name="csY2" fmla="*/ 155575 h 231775"/>
                <a:gd name="csX3" fmla="*/ 0 w 298567"/>
                <a:gd name="csY3" fmla="*/ 231775 h 231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8567" h="231775">
                  <a:moveTo>
                    <a:pt x="298450" y="0"/>
                  </a:moveTo>
                  <a:cubicBezTo>
                    <a:pt x="298979" y="42598"/>
                    <a:pt x="299508" y="85196"/>
                    <a:pt x="257175" y="111125"/>
                  </a:cubicBezTo>
                  <a:cubicBezTo>
                    <a:pt x="214842" y="137054"/>
                    <a:pt x="87312" y="135467"/>
                    <a:pt x="44450" y="155575"/>
                  </a:cubicBezTo>
                  <a:cubicBezTo>
                    <a:pt x="1588" y="175683"/>
                    <a:pt x="794" y="203729"/>
                    <a:pt x="0" y="231775"/>
                  </a:cubicBezTo>
                </a:path>
              </a:pathLst>
            </a:cu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54E5BC90-2512-7F87-113D-3AEC67210036}"/>
                </a:ext>
              </a:extLst>
            </p:cNvPr>
            <p:cNvSpPr/>
            <p:nvPr/>
          </p:nvSpPr>
          <p:spPr>
            <a:xfrm flipH="1">
              <a:off x="3153606" y="1189822"/>
              <a:ext cx="179732" cy="221380"/>
            </a:xfrm>
            <a:custGeom>
              <a:avLst/>
              <a:gdLst>
                <a:gd name="csX0" fmla="*/ 298450 w 298567"/>
                <a:gd name="csY0" fmla="*/ 0 h 231775"/>
                <a:gd name="csX1" fmla="*/ 257175 w 298567"/>
                <a:gd name="csY1" fmla="*/ 111125 h 231775"/>
                <a:gd name="csX2" fmla="*/ 44450 w 298567"/>
                <a:gd name="csY2" fmla="*/ 155575 h 231775"/>
                <a:gd name="csX3" fmla="*/ 0 w 298567"/>
                <a:gd name="csY3" fmla="*/ 231775 h 231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8567" h="231775">
                  <a:moveTo>
                    <a:pt x="298450" y="0"/>
                  </a:moveTo>
                  <a:cubicBezTo>
                    <a:pt x="298979" y="42598"/>
                    <a:pt x="299508" y="85196"/>
                    <a:pt x="257175" y="111125"/>
                  </a:cubicBezTo>
                  <a:cubicBezTo>
                    <a:pt x="214842" y="137054"/>
                    <a:pt x="87312" y="135467"/>
                    <a:pt x="44450" y="155575"/>
                  </a:cubicBezTo>
                  <a:cubicBezTo>
                    <a:pt x="1588" y="175683"/>
                    <a:pt x="794" y="203729"/>
                    <a:pt x="0" y="231775"/>
                  </a:cubicBezTo>
                </a:path>
              </a:pathLst>
            </a:cu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D02AA16-02C0-C7F1-7C34-26D61CD7BA18}"/>
                </a:ext>
              </a:extLst>
            </p:cNvPr>
            <p:cNvSpPr/>
            <p:nvPr/>
          </p:nvSpPr>
          <p:spPr>
            <a:xfrm>
              <a:off x="3101812" y="1189822"/>
              <a:ext cx="45719" cy="221380"/>
            </a:xfrm>
            <a:custGeom>
              <a:avLst/>
              <a:gdLst>
                <a:gd name="csX0" fmla="*/ 298450 w 298567"/>
                <a:gd name="csY0" fmla="*/ 0 h 231775"/>
                <a:gd name="csX1" fmla="*/ 257175 w 298567"/>
                <a:gd name="csY1" fmla="*/ 111125 h 231775"/>
                <a:gd name="csX2" fmla="*/ 44450 w 298567"/>
                <a:gd name="csY2" fmla="*/ 155575 h 231775"/>
                <a:gd name="csX3" fmla="*/ 0 w 298567"/>
                <a:gd name="csY3" fmla="*/ 231775 h 2317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8567" h="231775">
                  <a:moveTo>
                    <a:pt x="298450" y="0"/>
                  </a:moveTo>
                  <a:cubicBezTo>
                    <a:pt x="298979" y="42598"/>
                    <a:pt x="299508" y="85196"/>
                    <a:pt x="257175" y="111125"/>
                  </a:cubicBezTo>
                  <a:cubicBezTo>
                    <a:pt x="214842" y="137054"/>
                    <a:pt x="87312" y="135467"/>
                    <a:pt x="44450" y="155575"/>
                  </a:cubicBezTo>
                  <a:cubicBezTo>
                    <a:pt x="1588" y="175683"/>
                    <a:pt x="794" y="203729"/>
                    <a:pt x="0" y="231775"/>
                  </a:cubicBezTo>
                </a:path>
              </a:pathLst>
            </a:custGeom>
            <a:noFill/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0DDBF5-9F58-6944-5172-0ED4D211FAA9}"/>
              </a:ext>
            </a:extLst>
          </p:cNvPr>
          <p:cNvGrpSpPr/>
          <p:nvPr/>
        </p:nvGrpSpPr>
        <p:grpSpPr>
          <a:xfrm>
            <a:off x="2966969" y="1449613"/>
            <a:ext cx="555144" cy="88587"/>
            <a:chOff x="2977110" y="1449613"/>
            <a:chExt cx="555144" cy="88587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15D486F-319F-3947-57B7-B13304FD1733}"/>
                </a:ext>
              </a:extLst>
            </p:cNvPr>
            <p:cNvGrpSpPr/>
            <p:nvPr/>
          </p:nvGrpSpPr>
          <p:grpSpPr>
            <a:xfrm>
              <a:off x="2977110" y="1449613"/>
              <a:ext cx="149763" cy="88587"/>
              <a:chOff x="4867002" y="3700153"/>
              <a:chExt cx="198639" cy="117498"/>
            </a:xfrm>
          </p:grpSpPr>
          <p:sp>
            <p:nvSpPr>
              <p:cNvPr id="111" name="Rounded Rectangle 110">
                <a:extLst>
                  <a:ext uri="{FF2B5EF4-FFF2-40B4-BE49-F238E27FC236}">
                    <a16:creationId xmlns:a16="http://schemas.microsoft.com/office/drawing/2014/main" id="{46B24785-F306-891D-BE5B-4968D61C22EB}"/>
                  </a:ext>
                </a:extLst>
              </p:cNvPr>
              <p:cNvSpPr/>
              <p:nvPr/>
            </p:nvSpPr>
            <p:spPr>
              <a:xfrm rot="1773357">
                <a:off x="4867002" y="3700153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DCB4018-6866-4FE3-BDC1-FF9F5E4EB395}"/>
                  </a:ext>
                </a:extLst>
              </p:cNvPr>
              <p:cNvSpPr/>
              <p:nvPr/>
            </p:nvSpPr>
            <p:spPr>
              <a:xfrm rot="1773357">
                <a:off x="4969960" y="3744062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B306050C-D7FC-03BD-0D9B-869A3BBA34D2}"/>
                </a:ext>
              </a:extLst>
            </p:cNvPr>
            <p:cNvGrpSpPr/>
            <p:nvPr/>
          </p:nvGrpSpPr>
          <p:grpSpPr>
            <a:xfrm>
              <a:off x="3382491" y="1449613"/>
              <a:ext cx="149763" cy="88587"/>
              <a:chOff x="5022545" y="3695255"/>
              <a:chExt cx="198639" cy="117498"/>
            </a:xfrm>
          </p:grpSpPr>
          <p:sp>
            <p:nvSpPr>
              <p:cNvPr id="109" name="Rounded Rectangle 108">
                <a:extLst>
                  <a:ext uri="{FF2B5EF4-FFF2-40B4-BE49-F238E27FC236}">
                    <a16:creationId xmlns:a16="http://schemas.microsoft.com/office/drawing/2014/main" id="{F0B56640-F4A3-D985-2C82-EC64E2CA67F5}"/>
                  </a:ext>
                </a:extLst>
              </p:cNvPr>
              <p:cNvSpPr/>
              <p:nvPr/>
            </p:nvSpPr>
            <p:spPr>
              <a:xfrm rot="1773357">
                <a:off x="5022545" y="3695255"/>
                <a:ext cx="198639" cy="117498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5A4CF784-1554-228D-35B7-438CA3A8464D}"/>
                  </a:ext>
                </a:extLst>
              </p:cNvPr>
              <p:cNvSpPr/>
              <p:nvPr/>
            </p:nvSpPr>
            <p:spPr>
              <a:xfrm rot="1773357">
                <a:off x="5125505" y="3739164"/>
                <a:ext cx="67339" cy="67339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80F8B49-7B33-93B0-1896-276EB5E9AA19}"/>
                </a:ext>
              </a:extLst>
            </p:cNvPr>
            <p:cNvGrpSpPr/>
            <p:nvPr/>
          </p:nvGrpSpPr>
          <p:grpSpPr>
            <a:xfrm>
              <a:off x="3179800" y="1449613"/>
              <a:ext cx="149763" cy="88587"/>
              <a:chOff x="3054376" y="1446241"/>
              <a:chExt cx="149763" cy="88587"/>
            </a:xfrm>
          </p:grpSpPr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CFC0F97-C92E-C4BB-51F9-368F627FBF04}"/>
                  </a:ext>
                </a:extLst>
              </p:cNvPr>
              <p:cNvSpPr/>
              <p:nvPr/>
            </p:nvSpPr>
            <p:spPr>
              <a:xfrm rot="1773357">
                <a:off x="3054376" y="1446241"/>
                <a:ext cx="149763" cy="88587"/>
              </a:xfrm>
              <a:prstGeom prst="roundRect">
                <a:avLst>
                  <a:gd name="adj" fmla="val 47948"/>
                </a:avLst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4F80D82-1AB9-7BBC-FA0A-86AAB7041A07}"/>
                  </a:ext>
                </a:extLst>
              </p:cNvPr>
              <p:cNvSpPr/>
              <p:nvPr/>
            </p:nvSpPr>
            <p:spPr>
              <a:xfrm rot="1773357">
                <a:off x="3131999" y="1479346"/>
                <a:ext cx="50770" cy="50770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FC76885-1B8B-4894-A981-A14E9A387353}"/>
              </a:ext>
            </a:extLst>
          </p:cNvPr>
          <p:cNvCxnSpPr>
            <a:cxnSpLocks/>
          </p:cNvCxnSpPr>
          <p:nvPr/>
        </p:nvCxnSpPr>
        <p:spPr>
          <a:xfrm>
            <a:off x="3330056" y="1930762"/>
            <a:ext cx="169124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44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tri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9E6B8"/>
      </a:accent1>
      <a:accent2>
        <a:srgbClr val="3BA9A4"/>
      </a:accent2>
      <a:accent3>
        <a:srgbClr val="FEA45A"/>
      </a:accent3>
      <a:accent4>
        <a:srgbClr val="8A3F79"/>
      </a:accent4>
      <a:accent5>
        <a:srgbClr val="8294F5"/>
      </a:accent5>
      <a:accent6>
        <a:srgbClr val="E6E9FC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1156</TotalTime>
  <Words>5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11</cp:revision>
  <cp:lastPrinted>2026-05-31T17:34:25Z</cp:lastPrinted>
  <dcterms:created xsi:type="dcterms:W3CDTF">2026-05-27T22:39:26Z</dcterms:created>
  <dcterms:modified xsi:type="dcterms:W3CDTF">2026-07-15T21:22:37Z</dcterms:modified>
</cp:coreProperties>
</file>