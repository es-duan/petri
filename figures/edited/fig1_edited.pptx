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sldIdLst>
    <p:sldId id="256" r:id="rId2"/>
  </p:sldIdLst>
  <p:sldSz cx="3886200" cy="2743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8200"/>
    <a:srgbClr val="FFEDBE"/>
    <a:srgbClr val="FFD0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69"/>
    <p:restoredTop sz="94529"/>
  </p:normalViewPr>
  <p:slideViewPr>
    <p:cSldViewPr snapToGrid="0">
      <p:cViewPr>
        <p:scale>
          <a:sx n="228" d="100"/>
          <a:sy n="228" d="100"/>
        </p:scale>
        <p:origin x="1088" y="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91465" y="448945"/>
            <a:ext cx="3303270" cy="955040"/>
          </a:xfrm>
        </p:spPr>
        <p:txBody>
          <a:bodyPr anchor="b"/>
          <a:lstStyle>
            <a:lvl1pPr algn="ctr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85775" y="1440815"/>
            <a:ext cx="2914650" cy="662305"/>
          </a:xfrm>
        </p:spPr>
        <p:txBody>
          <a:bodyPr/>
          <a:lstStyle>
            <a:lvl1pPr marL="0" indent="0" algn="ctr">
              <a:buNone/>
              <a:defRPr sz="960"/>
            </a:lvl1pPr>
            <a:lvl2pPr marL="182880" indent="0" algn="ctr">
              <a:buNone/>
              <a:defRPr sz="800"/>
            </a:lvl2pPr>
            <a:lvl3pPr marL="365760" indent="0" algn="ctr">
              <a:buNone/>
              <a:defRPr sz="720"/>
            </a:lvl3pPr>
            <a:lvl4pPr marL="548640" indent="0" algn="ctr">
              <a:buNone/>
              <a:defRPr sz="640"/>
            </a:lvl4pPr>
            <a:lvl5pPr marL="731520" indent="0" algn="ctr">
              <a:buNone/>
              <a:defRPr sz="640"/>
            </a:lvl5pPr>
            <a:lvl6pPr marL="914400" indent="0" algn="ctr">
              <a:buNone/>
              <a:defRPr sz="640"/>
            </a:lvl6pPr>
            <a:lvl7pPr marL="1097280" indent="0" algn="ctr">
              <a:buNone/>
              <a:defRPr sz="640"/>
            </a:lvl7pPr>
            <a:lvl8pPr marL="1280160" indent="0" algn="ctr">
              <a:buNone/>
              <a:defRPr sz="640"/>
            </a:lvl8pPr>
            <a:lvl9pPr marL="1463040" indent="0" algn="ctr">
              <a:buNone/>
              <a:defRPr sz="64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58A40-1414-954C-B2D5-4CA3AFB9AD6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2F0E9-00ED-204D-BE51-57CE476B8B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382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58A40-1414-954C-B2D5-4CA3AFB9AD6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2F0E9-00ED-204D-BE51-57CE476B8B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4459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5152" y="683896"/>
            <a:ext cx="3351848" cy="114109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5152" y="1835786"/>
            <a:ext cx="3351848" cy="600075"/>
          </a:xfrm>
        </p:spPr>
        <p:txBody>
          <a:bodyPr/>
          <a:lstStyle>
            <a:lvl1pPr marL="0" indent="0">
              <a:buNone/>
              <a:defRPr sz="960">
                <a:solidFill>
                  <a:schemeClr val="tx1">
                    <a:tint val="82000"/>
                  </a:schemeClr>
                </a:solidFill>
              </a:defRPr>
            </a:lvl1pPr>
            <a:lvl2pPr marL="182880" indent="0">
              <a:buNone/>
              <a:defRPr sz="800">
                <a:solidFill>
                  <a:schemeClr val="tx1">
                    <a:tint val="82000"/>
                  </a:schemeClr>
                </a:solidFill>
              </a:defRPr>
            </a:lvl2pPr>
            <a:lvl3pPr marL="365760" indent="0">
              <a:buNone/>
              <a:defRPr sz="720">
                <a:solidFill>
                  <a:schemeClr val="tx1">
                    <a:tint val="82000"/>
                  </a:schemeClr>
                </a:solidFill>
              </a:defRPr>
            </a:lvl3pPr>
            <a:lvl4pPr marL="54864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4pPr>
            <a:lvl5pPr marL="73152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5pPr>
            <a:lvl6pPr marL="91440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6pPr>
            <a:lvl7pPr marL="109728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7pPr>
            <a:lvl8pPr marL="128016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8pPr>
            <a:lvl9pPr marL="1463040" indent="0">
              <a:buNone/>
              <a:defRPr sz="64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58A40-1414-954C-B2D5-4CA3AFB9AD6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2F0E9-00ED-204D-BE51-57CE476B8B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560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67176" y="730250"/>
            <a:ext cx="1651635" cy="17405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967389" y="730250"/>
            <a:ext cx="1651635" cy="17405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58A40-1414-954C-B2D5-4CA3AFB9AD6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2F0E9-00ED-204D-BE51-57CE476B8B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414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7682" y="146051"/>
            <a:ext cx="3351848" cy="5302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7683" y="672465"/>
            <a:ext cx="1644045" cy="329565"/>
          </a:xfrm>
        </p:spPr>
        <p:txBody>
          <a:bodyPr anchor="b"/>
          <a:lstStyle>
            <a:lvl1pPr marL="0" indent="0">
              <a:buNone/>
              <a:defRPr sz="960" b="1"/>
            </a:lvl1pPr>
            <a:lvl2pPr marL="182880" indent="0">
              <a:buNone/>
              <a:defRPr sz="800" b="1"/>
            </a:lvl2pPr>
            <a:lvl3pPr marL="365760" indent="0">
              <a:buNone/>
              <a:defRPr sz="720" b="1"/>
            </a:lvl3pPr>
            <a:lvl4pPr marL="548640" indent="0">
              <a:buNone/>
              <a:defRPr sz="640" b="1"/>
            </a:lvl4pPr>
            <a:lvl5pPr marL="731520" indent="0">
              <a:buNone/>
              <a:defRPr sz="640" b="1"/>
            </a:lvl5pPr>
            <a:lvl6pPr marL="914400" indent="0">
              <a:buNone/>
              <a:defRPr sz="640" b="1"/>
            </a:lvl6pPr>
            <a:lvl7pPr marL="1097280" indent="0">
              <a:buNone/>
              <a:defRPr sz="640" b="1"/>
            </a:lvl7pPr>
            <a:lvl8pPr marL="1280160" indent="0">
              <a:buNone/>
              <a:defRPr sz="640" b="1"/>
            </a:lvl8pPr>
            <a:lvl9pPr marL="1463040" indent="0">
              <a:buNone/>
              <a:defRPr sz="6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67683" y="1002030"/>
            <a:ext cx="1644045" cy="14738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967389" y="672465"/>
            <a:ext cx="1652141" cy="329565"/>
          </a:xfrm>
        </p:spPr>
        <p:txBody>
          <a:bodyPr anchor="b"/>
          <a:lstStyle>
            <a:lvl1pPr marL="0" indent="0">
              <a:buNone/>
              <a:defRPr sz="960" b="1"/>
            </a:lvl1pPr>
            <a:lvl2pPr marL="182880" indent="0">
              <a:buNone/>
              <a:defRPr sz="800" b="1"/>
            </a:lvl2pPr>
            <a:lvl3pPr marL="365760" indent="0">
              <a:buNone/>
              <a:defRPr sz="720" b="1"/>
            </a:lvl3pPr>
            <a:lvl4pPr marL="548640" indent="0">
              <a:buNone/>
              <a:defRPr sz="640" b="1"/>
            </a:lvl4pPr>
            <a:lvl5pPr marL="731520" indent="0">
              <a:buNone/>
              <a:defRPr sz="640" b="1"/>
            </a:lvl5pPr>
            <a:lvl6pPr marL="914400" indent="0">
              <a:buNone/>
              <a:defRPr sz="640" b="1"/>
            </a:lvl6pPr>
            <a:lvl7pPr marL="1097280" indent="0">
              <a:buNone/>
              <a:defRPr sz="640" b="1"/>
            </a:lvl7pPr>
            <a:lvl8pPr marL="1280160" indent="0">
              <a:buNone/>
              <a:defRPr sz="640" b="1"/>
            </a:lvl8pPr>
            <a:lvl9pPr marL="1463040" indent="0">
              <a:buNone/>
              <a:defRPr sz="64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967389" y="1002030"/>
            <a:ext cx="1652141" cy="147383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58A40-1414-954C-B2D5-4CA3AFB9AD6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2F0E9-00ED-204D-BE51-57CE476B8B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6513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58A40-1414-954C-B2D5-4CA3AFB9AD6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2F0E9-00ED-204D-BE51-57CE476B8B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8432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58A40-1414-954C-B2D5-4CA3AFB9AD6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2F0E9-00ED-204D-BE51-57CE476B8B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6705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7682" y="182880"/>
            <a:ext cx="1253401" cy="640080"/>
          </a:xfrm>
        </p:spPr>
        <p:txBody>
          <a:bodyPr anchor="b"/>
          <a:lstStyle>
            <a:lvl1pPr>
              <a:defRPr sz="1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52141" y="394971"/>
            <a:ext cx="1967389" cy="1949450"/>
          </a:xfrm>
        </p:spPr>
        <p:txBody>
          <a:bodyPr/>
          <a:lstStyle>
            <a:lvl1pPr>
              <a:defRPr sz="1280"/>
            </a:lvl1pPr>
            <a:lvl2pPr>
              <a:defRPr sz="1120"/>
            </a:lvl2pPr>
            <a:lvl3pPr>
              <a:defRPr sz="960"/>
            </a:lvl3pPr>
            <a:lvl4pPr>
              <a:defRPr sz="800"/>
            </a:lvl4pPr>
            <a:lvl5pPr>
              <a:defRPr sz="800"/>
            </a:lvl5pPr>
            <a:lvl6pPr>
              <a:defRPr sz="800"/>
            </a:lvl6pPr>
            <a:lvl7pPr>
              <a:defRPr sz="800"/>
            </a:lvl7pPr>
            <a:lvl8pPr>
              <a:defRPr sz="800"/>
            </a:lvl8pPr>
            <a:lvl9pPr>
              <a:defRPr sz="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7682" y="822960"/>
            <a:ext cx="1253401" cy="1524635"/>
          </a:xfrm>
        </p:spPr>
        <p:txBody>
          <a:bodyPr/>
          <a:lstStyle>
            <a:lvl1pPr marL="0" indent="0">
              <a:buNone/>
              <a:defRPr sz="640"/>
            </a:lvl1pPr>
            <a:lvl2pPr marL="182880" indent="0">
              <a:buNone/>
              <a:defRPr sz="560"/>
            </a:lvl2pPr>
            <a:lvl3pPr marL="365760" indent="0">
              <a:buNone/>
              <a:defRPr sz="480"/>
            </a:lvl3pPr>
            <a:lvl4pPr marL="548640" indent="0">
              <a:buNone/>
              <a:defRPr sz="400"/>
            </a:lvl4pPr>
            <a:lvl5pPr marL="731520" indent="0">
              <a:buNone/>
              <a:defRPr sz="400"/>
            </a:lvl5pPr>
            <a:lvl6pPr marL="914400" indent="0">
              <a:buNone/>
              <a:defRPr sz="400"/>
            </a:lvl6pPr>
            <a:lvl7pPr marL="1097280" indent="0">
              <a:buNone/>
              <a:defRPr sz="400"/>
            </a:lvl7pPr>
            <a:lvl8pPr marL="1280160" indent="0">
              <a:buNone/>
              <a:defRPr sz="400"/>
            </a:lvl8pPr>
            <a:lvl9pPr marL="1463040" indent="0">
              <a:buNone/>
              <a:defRPr sz="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58A40-1414-954C-B2D5-4CA3AFB9AD6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2F0E9-00ED-204D-BE51-57CE476B8B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7196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7682" y="182880"/>
            <a:ext cx="1253401" cy="640080"/>
          </a:xfrm>
        </p:spPr>
        <p:txBody>
          <a:bodyPr anchor="b"/>
          <a:lstStyle>
            <a:lvl1pPr>
              <a:defRPr sz="128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652141" y="394971"/>
            <a:ext cx="1967389" cy="1949450"/>
          </a:xfrm>
        </p:spPr>
        <p:txBody>
          <a:bodyPr anchor="t"/>
          <a:lstStyle>
            <a:lvl1pPr marL="0" indent="0">
              <a:buNone/>
              <a:defRPr sz="1280"/>
            </a:lvl1pPr>
            <a:lvl2pPr marL="182880" indent="0">
              <a:buNone/>
              <a:defRPr sz="1120"/>
            </a:lvl2pPr>
            <a:lvl3pPr marL="365760" indent="0">
              <a:buNone/>
              <a:defRPr sz="960"/>
            </a:lvl3pPr>
            <a:lvl4pPr marL="548640" indent="0">
              <a:buNone/>
              <a:defRPr sz="800"/>
            </a:lvl4pPr>
            <a:lvl5pPr marL="731520" indent="0">
              <a:buNone/>
              <a:defRPr sz="800"/>
            </a:lvl5pPr>
            <a:lvl6pPr marL="914400" indent="0">
              <a:buNone/>
              <a:defRPr sz="800"/>
            </a:lvl6pPr>
            <a:lvl7pPr marL="1097280" indent="0">
              <a:buNone/>
              <a:defRPr sz="800"/>
            </a:lvl7pPr>
            <a:lvl8pPr marL="1280160" indent="0">
              <a:buNone/>
              <a:defRPr sz="800"/>
            </a:lvl8pPr>
            <a:lvl9pPr marL="1463040" indent="0">
              <a:buNone/>
              <a:defRPr sz="8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67682" y="822960"/>
            <a:ext cx="1253401" cy="1524635"/>
          </a:xfrm>
        </p:spPr>
        <p:txBody>
          <a:bodyPr/>
          <a:lstStyle>
            <a:lvl1pPr marL="0" indent="0">
              <a:buNone/>
              <a:defRPr sz="640"/>
            </a:lvl1pPr>
            <a:lvl2pPr marL="182880" indent="0">
              <a:buNone/>
              <a:defRPr sz="560"/>
            </a:lvl2pPr>
            <a:lvl3pPr marL="365760" indent="0">
              <a:buNone/>
              <a:defRPr sz="480"/>
            </a:lvl3pPr>
            <a:lvl4pPr marL="548640" indent="0">
              <a:buNone/>
              <a:defRPr sz="400"/>
            </a:lvl4pPr>
            <a:lvl5pPr marL="731520" indent="0">
              <a:buNone/>
              <a:defRPr sz="400"/>
            </a:lvl5pPr>
            <a:lvl6pPr marL="914400" indent="0">
              <a:buNone/>
              <a:defRPr sz="400"/>
            </a:lvl6pPr>
            <a:lvl7pPr marL="1097280" indent="0">
              <a:buNone/>
              <a:defRPr sz="400"/>
            </a:lvl7pPr>
            <a:lvl8pPr marL="1280160" indent="0">
              <a:buNone/>
              <a:defRPr sz="400"/>
            </a:lvl8pPr>
            <a:lvl9pPr marL="1463040" indent="0">
              <a:buNone/>
              <a:defRPr sz="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58A40-1414-954C-B2D5-4CA3AFB9AD6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2F0E9-00ED-204D-BE51-57CE476B8B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1570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58A40-1414-954C-B2D5-4CA3AFB9AD6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2F0E9-00ED-204D-BE51-57CE476B8B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8825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781062" y="146050"/>
            <a:ext cx="837962" cy="2324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67177" y="146050"/>
            <a:ext cx="2465308" cy="232473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C58A40-1414-954C-B2D5-4CA3AFB9AD6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52F0E9-00ED-204D-BE51-57CE476B8B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4949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7176" y="146051"/>
            <a:ext cx="3351848" cy="5302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7176" y="730250"/>
            <a:ext cx="3351848" cy="17405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7176" y="2542541"/>
            <a:ext cx="874395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C58A40-1414-954C-B2D5-4CA3AFB9AD6F}" type="datetimeFigureOut">
              <a:rPr lang="en-US" smtClean="0"/>
              <a:t>5/31/26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87304" y="2542541"/>
            <a:ext cx="1311593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744629" y="2542541"/>
            <a:ext cx="874395" cy="1460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52F0E9-00ED-204D-BE51-57CE476B8B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8119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5760" rtl="0" eaLnBrk="1" latinLnBrk="0" hangingPunct="1">
        <a:lnSpc>
          <a:spcPct val="90000"/>
        </a:lnSpc>
        <a:spcBef>
          <a:spcPct val="0"/>
        </a:spcBef>
        <a:buNone/>
        <a:defRPr sz="17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365760" rtl="0" eaLnBrk="1" latinLnBrk="0" hangingPunct="1">
        <a:lnSpc>
          <a:spcPct val="90000"/>
        </a:lnSpc>
        <a:spcBef>
          <a:spcPts val="400"/>
        </a:spcBef>
        <a:buFont typeface="Arial" panose="020B0604020202020204" pitchFamily="34" charset="0"/>
        <a:buChar char="•"/>
        <a:defRPr sz="112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96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5pPr>
      <a:lvl6pPr marL="100584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6pPr>
      <a:lvl7pPr marL="118872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7pPr>
      <a:lvl8pPr marL="137160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8pPr>
      <a:lvl9pPr marL="1554480" indent="-91440" algn="l" defTabSz="365760" rtl="0" eaLnBrk="1" latinLnBrk="0" hangingPunct="1">
        <a:lnSpc>
          <a:spcPct val="90000"/>
        </a:lnSpc>
        <a:spcBef>
          <a:spcPts val="200"/>
        </a:spcBef>
        <a:buFont typeface="Arial" panose="020B0604020202020204" pitchFamily="34" charset="0"/>
        <a:buChar char="•"/>
        <a:defRPr sz="7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1pPr>
      <a:lvl2pPr marL="18288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2pPr>
      <a:lvl3pPr marL="36576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4pPr>
      <a:lvl5pPr marL="73152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6pPr>
      <a:lvl7pPr marL="109728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7pPr>
      <a:lvl8pPr marL="128016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8pPr>
      <a:lvl9pPr marL="1463040" algn="l" defTabSz="365760" rtl="0" eaLnBrk="1" latinLnBrk="0" hangingPunct="1">
        <a:defRPr sz="7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3995E05-D07A-98C9-F912-AD2D789984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2743200" cy="2743200"/>
          </a:xfrm>
          <a:prstGeom prst="rect">
            <a:avLst/>
          </a:prstGeom>
        </p:spPr>
      </p:pic>
      <p:sp>
        <p:nvSpPr>
          <p:cNvPr id="67" name="Oval 66">
            <a:extLst>
              <a:ext uri="{FF2B5EF4-FFF2-40B4-BE49-F238E27FC236}">
                <a16:creationId xmlns:a16="http://schemas.microsoft.com/office/drawing/2014/main" id="{BD1DF467-B8AA-A097-3995-F55DB04CCFE5}"/>
              </a:ext>
            </a:extLst>
          </p:cNvPr>
          <p:cNvSpPr/>
          <p:nvPr/>
        </p:nvSpPr>
        <p:spPr>
          <a:xfrm>
            <a:off x="2027174" y="2011112"/>
            <a:ext cx="81267" cy="81267"/>
          </a:xfrm>
          <a:prstGeom prst="ellipse">
            <a:avLst/>
          </a:prstGeom>
          <a:solidFill>
            <a:srgbClr val="FF82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142D893B-A49B-7CA6-C9BC-E91E95362338}"/>
              </a:ext>
            </a:extLst>
          </p:cNvPr>
          <p:cNvSpPr/>
          <p:nvPr/>
        </p:nvSpPr>
        <p:spPr>
          <a:xfrm>
            <a:off x="928635" y="360305"/>
            <a:ext cx="81267" cy="81267"/>
          </a:xfrm>
          <a:prstGeom prst="ellipse">
            <a:avLst/>
          </a:prstGeom>
          <a:solidFill>
            <a:srgbClr val="FFD03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riangle 159">
            <a:extLst>
              <a:ext uri="{FF2B5EF4-FFF2-40B4-BE49-F238E27FC236}">
                <a16:creationId xmlns:a16="http://schemas.microsoft.com/office/drawing/2014/main" id="{97348078-8D1B-5599-D6D7-05CB82883569}"/>
              </a:ext>
            </a:extLst>
          </p:cNvPr>
          <p:cNvSpPr/>
          <p:nvPr/>
        </p:nvSpPr>
        <p:spPr>
          <a:xfrm rot="16200000">
            <a:off x="1582802" y="-486121"/>
            <a:ext cx="646827" cy="1906654"/>
          </a:xfrm>
          <a:prstGeom prst="triangle">
            <a:avLst>
              <a:gd name="adj" fmla="val 60710"/>
            </a:avLst>
          </a:prstGeom>
          <a:solidFill>
            <a:schemeClr val="accent1">
              <a:alpha val="50000"/>
            </a:schemeClr>
          </a:solidFill>
          <a:ln w="3175">
            <a:solidFill>
              <a:schemeClr val="accent1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1" name="Triangle 160">
            <a:extLst>
              <a:ext uri="{FF2B5EF4-FFF2-40B4-BE49-F238E27FC236}">
                <a16:creationId xmlns:a16="http://schemas.microsoft.com/office/drawing/2014/main" id="{3DB3E714-1440-5E28-D8AD-F1E02B5D839F}"/>
              </a:ext>
            </a:extLst>
          </p:cNvPr>
          <p:cNvSpPr/>
          <p:nvPr/>
        </p:nvSpPr>
        <p:spPr>
          <a:xfrm rot="16200000">
            <a:off x="1803376" y="610612"/>
            <a:ext cx="685543" cy="1355127"/>
          </a:xfrm>
          <a:prstGeom prst="triangle">
            <a:avLst>
              <a:gd name="adj" fmla="val 53214"/>
            </a:avLst>
          </a:prstGeom>
          <a:solidFill>
            <a:schemeClr val="bg2">
              <a:alpha val="50000"/>
            </a:schemeClr>
          </a:solidFill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Triangle 161">
            <a:extLst>
              <a:ext uri="{FF2B5EF4-FFF2-40B4-BE49-F238E27FC236}">
                <a16:creationId xmlns:a16="http://schemas.microsoft.com/office/drawing/2014/main" id="{681CB3EE-D661-54F8-31BC-D95646E53DA4}"/>
              </a:ext>
            </a:extLst>
          </p:cNvPr>
          <p:cNvSpPr/>
          <p:nvPr/>
        </p:nvSpPr>
        <p:spPr>
          <a:xfrm rot="16200000">
            <a:off x="2094749" y="1659456"/>
            <a:ext cx="685543" cy="772380"/>
          </a:xfrm>
          <a:prstGeom prst="triangle">
            <a:avLst>
              <a:gd name="adj" fmla="val 48493"/>
            </a:avLst>
          </a:prstGeom>
          <a:solidFill>
            <a:schemeClr val="accent3">
              <a:lumMod val="40000"/>
              <a:lumOff val="60000"/>
              <a:alpha val="50000"/>
            </a:schemeClr>
          </a:solidFill>
          <a:ln w="3175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ounded Rectangle 95">
            <a:extLst>
              <a:ext uri="{FF2B5EF4-FFF2-40B4-BE49-F238E27FC236}">
                <a16:creationId xmlns:a16="http://schemas.microsoft.com/office/drawing/2014/main" id="{38D6E87C-1984-0516-11B1-E0A07D2AAE0B}"/>
              </a:ext>
            </a:extLst>
          </p:cNvPr>
          <p:cNvSpPr/>
          <p:nvPr/>
        </p:nvSpPr>
        <p:spPr>
          <a:xfrm>
            <a:off x="2747637" y="1683148"/>
            <a:ext cx="992956" cy="72715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ounded Rectangle 96">
            <a:extLst>
              <a:ext uri="{FF2B5EF4-FFF2-40B4-BE49-F238E27FC236}">
                <a16:creationId xmlns:a16="http://schemas.microsoft.com/office/drawing/2014/main" id="{7AEB9444-7513-1903-4D21-D0A75D1656D3}"/>
              </a:ext>
            </a:extLst>
          </p:cNvPr>
          <p:cNvSpPr/>
          <p:nvPr/>
        </p:nvSpPr>
        <p:spPr>
          <a:xfrm>
            <a:off x="2747636" y="103632"/>
            <a:ext cx="992957" cy="727151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Rounded Rectangle 98">
            <a:extLst>
              <a:ext uri="{FF2B5EF4-FFF2-40B4-BE49-F238E27FC236}">
                <a16:creationId xmlns:a16="http://schemas.microsoft.com/office/drawing/2014/main" id="{AAB441D3-0AE3-84C4-BABA-693599D8E683}"/>
              </a:ext>
            </a:extLst>
          </p:cNvPr>
          <p:cNvSpPr/>
          <p:nvPr/>
        </p:nvSpPr>
        <p:spPr>
          <a:xfrm>
            <a:off x="2743200" y="1682073"/>
            <a:ext cx="992956" cy="727151"/>
          </a:xfrm>
          <a:prstGeom prst="roundRect">
            <a:avLst/>
          </a:prstGeom>
          <a:solidFill>
            <a:schemeClr val="accent3">
              <a:lumMod val="60000"/>
              <a:lumOff val="40000"/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6" name="Group 115">
            <a:extLst>
              <a:ext uri="{FF2B5EF4-FFF2-40B4-BE49-F238E27FC236}">
                <a16:creationId xmlns:a16="http://schemas.microsoft.com/office/drawing/2014/main" id="{F8E98195-2DBD-4A4E-4DB8-10B96F6A769C}"/>
              </a:ext>
            </a:extLst>
          </p:cNvPr>
          <p:cNvGrpSpPr/>
          <p:nvPr/>
        </p:nvGrpSpPr>
        <p:grpSpPr>
          <a:xfrm>
            <a:off x="3030347" y="1875320"/>
            <a:ext cx="149764" cy="88587"/>
            <a:chOff x="5022545" y="3695255"/>
            <a:chExt cx="198639" cy="117498"/>
          </a:xfrm>
        </p:grpSpPr>
        <p:sp>
          <p:nvSpPr>
            <p:cNvPr id="129" name="Rounded Rectangle 128">
              <a:extLst>
                <a:ext uri="{FF2B5EF4-FFF2-40B4-BE49-F238E27FC236}">
                  <a16:creationId xmlns:a16="http://schemas.microsoft.com/office/drawing/2014/main" id="{DC443351-C269-B522-2E68-6A358B24F8D5}"/>
                </a:ext>
              </a:extLst>
            </p:cNvPr>
            <p:cNvSpPr/>
            <p:nvPr/>
          </p:nvSpPr>
          <p:spPr>
            <a:xfrm rot="1773357">
              <a:off x="5022545" y="3695255"/>
              <a:ext cx="198639" cy="117498"/>
            </a:xfrm>
            <a:prstGeom prst="roundRect">
              <a:avLst>
                <a:gd name="adj" fmla="val 47948"/>
              </a:avLst>
            </a:prstGeom>
            <a:solidFill>
              <a:schemeClr val="bg1"/>
            </a:solidFill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0" name="Oval 129">
              <a:extLst>
                <a:ext uri="{FF2B5EF4-FFF2-40B4-BE49-F238E27FC236}">
                  <a16:creationId xmlns:a16="http://schemas.microsoft.com/office/drawing/2014/main" id="{B28522DC-1FB4-27B0-1FA5-68DFBBBB959D}"/>
                </a:ext>
              </a:extLst>
            </p:cNvPr>
            <p:cNvSpPr/>
            <p:nvPr/>
          </p:nvSpPr>
          <p:spPr>
            <a:xfrm rot="1773357">
              <a:off x="5125505" y="3739164"/>
              <a:ext cx="67339" cy="67339"/>
            </a:xfrm>
            <a:prstGeom prst="ellipse">
              <a:avLst/>
            </a:prstGeom>
            <a:noFill/>
            <a:ln w="12700">
              <a:solidFill>
                <a:srgbClr val="FF82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7" name="Rounded Rectangle 116">
            <a:extLst>
              <a:ext uri="{FF2B5EF4-FFF2-40B4-BE49-F238E27FC236}">
                <a16:creationId xmlns:a16="http://schemas.microsoft.com/office/drawing/2014/main" id="{379D1528-1ABA-D33A-8402-CF429DCCEC11}"/>
              </a:ext>
            </a:extLst>
          </p:cNvPr>
          <p:cNvSpPr/>
          <p:nvPr/>
        </p:nvSpPr>
        <p:spPr>
          <a:xfrm rot="1773357">
            <a:off x="3348600" y="1750977"/>
            <a:ext cx="149764" cy="88587"/>
          </a:xfrm>
          <a:prstGeom prst="roundRect">
            <a:avLst>
              <a:gd name="adj" fmla="val 47948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8" name="Rounded Rectangle 117">
            <a:extLst>
              <a:ext uri="{FF2B5EF4-FFF2-40B4-BE49-F238E27FC236}">
                <a16:creationId xmlns:a16="http://schemas.microsoft.com/office/drawing/2014/main" id="{E60A2497-9DFE-BDA0-BFED-E54947CA8E14}"/>
              </a:ext>
            </a:extLst>
          </p:cNvPr>
          <p:cNvSpPr/>
          <p:nvPr/>
        </p:nvSpPr>
        <p:spPr>
          <a:xfrm rot="1773357">
            <a:off x="3348600" y="1888876"/>
            <a:ext cx="149764" cy="88587"/>
          </a:xfrm>
          <a:prstGeom prst="roundRect">
            <a:avLst>
              <a:gd name="adj" fmla="val 47948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119" name="Group 118">
            <a:extLst>
              <a:ext uri="{FF2B5EF4-FFF2-40B4-BE49-F238E27FC236}">
                <a16:creationId xmlns:a16="http://schemas.microsoft.com/office/drawing/2014/main" id="{CEC6359C-B051-4FCA-20FD-66C1E229A5D6}"/>
              </a:ext>
            </a:extLst>
          </p:cNvPr>
          <p:cNvGrpSpPr/>
          <p:nvPr/>
        </p:nvGrpSpPr>
        <p:grpSpPr>
          <a:xfrm>
            <a:off x="2998740" y="2251734"/>
            <a:ext cx="149764" cy="88587"/>
            <a:chOff x="5022545" y="3695255"/>
            <a:chExt cx="198639" cy="117498"/>
          </a:xfrm>
        </p:grpSpPr>
        <p:sp>
          <p:nvSpPr>
            <p:cNvPr id="127" name="Rounded Rectangle 126">
              <a:extLst>
                <a:ext uri="{FF2B5EF4-FFF2-40B4-BE49-F238E27FC236}">
                  <a16:creationId xmlns:a16="http://schemas.microsoft.com/office/drawing/2014/main" id="{029BBF66-7659-14F9-D08E-8287232BA90E}"/>
                </a:ext>
              </a:extLst>
            </p:cNvPr>
            <p:cNvSpPr/>
            <p:nvPr/>
          </p:nvSpPr>
          <p:spPr>
            <a:xfrm rot="1773357">
              <a:off x="5022545" y="3695255"/>
              <a:ext cx="198639" cy="117498"/>
            </a:xfrm>
            <a:prstGeom prst="roundRect">
              <a:avLst>
                <a:gd name="adj" fmla="val 47948"/>
              </a:avLst>
            </a:prstGeom>
            <a:solidFill>
              <a:schemeClr val="bg1"/>
            </a:solidFill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8" name="Oval 127">
              <a:extLst>
                <a:ext uri="{FF2B5EF4-FFF2-40B4-BE49-F238E27FC236}">
                  <a16:creationId xmlns:a16="http://schemas.microsoft.com/office/drawing/2014/main" id="{A66DBD06-4244-599B-FBBB-EA59E4D87BB1}"/>
                </a:ext>
              </a:extLst>
            </p:cNvPr>
            <p:cNvSpPr/>
            <p:nvPr/>
          </p:nvSpPr>
          <p:spPr>
            <a:xfrm rot="1773357">
              <a:off x="5125505" y="3739164"/>
              <a:ext cx="67339" cy="67339"/>
            </a:xfrm>
            <a:prstGeom prst="ellipse">
              <a:avLst/>
            </a:prstGeom>
            <a:noFill/>
            <a:ln w="12700">
              <a:solidFill>
                <a:srgbClr val="FF82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20" name="Straight Arrow Connector 119">
            <a:extLst>
              <a:ext uri="{FF2B5EF4-FFF2-40B4-BE49-F238E27FC236}">
                <a16:creationId xmlns:a16="http://schemas.microsoft.com/office/drawing/2014/main" id="{4FBDD577-8D14-8A00-DA63-A53D2CE28CA8}"/>
              </a:ext>
            </a:extLst>
          </p:cNvPr>
          <p:cNvCxnSpPr>
            <a:cxnSpLocks/>
            <a:endCxn id="117" idx="1"/>
          </p:cNvCxnSpPr>
          <p:nvPr/>
        </p:nvCxnSpPr>
        <p:spPr>
          <a:xfrm flipV="1">
            <a:off x="3185257" y="1758334"/>
            <a:ext cx="173088" cy="179645"/>
          </a:xfrm>
          <a:prstGeom prst="straightConnector1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DACC3CC7-1BB4-78D8-50A4-5B78F3E010E2}"/>
              </a:ext>
            </a:extLst>
          </p:cNvPr>
          <p:cNvCxnSpPr>
            <a:cxnSpLocks/>
            <a:endCxn id="118" idx="1"/>
          </p:cNvCxnSpPr>
          <p:nvPr/>
        </p:nvCxnSpPr>
        <p:spPr>
          <a:xfrm flipV="1">
            <a:off x="3172879" y="1896233"/>
            <a:ext cx="185466" cy="56543"/>
          </a:xfrm>
          <a:prstGeom prst="straightConnector1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E5993653-DA98-5D0E-8E76-3A7E415B88C3}"/>
              </a:ext>
            </a:extLst>
          </p:cNvPr>
          <p:cNvCxnSpPr/>
          <p:nvPr/>
        </p:nvCxnSpPr>
        <p:spPr>
          <a:xfrm>
            <a:off x="3098754" y="1995325"/>
            <a:ext cx="0" cy="217798"/>
          </a:xfrm>
          <a:prstGeom prst="straightConnector1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ounded Rectangle 122">
            <a:extLst>
              <a:ext uri="{FF2B5EF4-FFF2-40B4-BE49-F238E27FC236}">
                <a16:creationId xmlns:a16="http://schemas.microsoft.com/office/drawing/2014/main" id="{03571034-CE6B-E2A6-51A4-9DAFFF229CAE}"/>
              </a:ext>
            </a:extLst>
          </p:cNvPr>
          <p:cNvSpPr/>
          <p:nvPr/>
        </p:nvSpPr>
        <p:spPr>
          <a:xfrm rot="1773357">
            <a:off x="3348600" y="2155835"/>
            <a:ext cx="149764" cy="88587"/>
          </a:xfrm>
          <a:prstGeom prst="roundRect">
            <a:avLst>
              <a:gd name="adj" fmla="val 47948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4" name="Rounded Rectangle 123">
            <a:extLst>
              <a:ext uri="{FF2B5EF4-FFF2-40B4-BE49-F238E27FC236}">
                <a16:creationId xmlns:a16="http://schemas.microsoft.com/office/drawing/2014/main" id="{9EB9B76B-615C-6248-BE57-D96DD0AAC3F4}"/>
              </a:ext>
            </a:extLst>
          </p:cNvPr>
          <p:cNvSpPr/>
          <p:nvPr/>
        </p:nvSpPr>
        <p:spPr>
          <a:xfrm rot="1773357">
            <a:off x="3348600" y="2026625"/>
            <a:ext cx="149764" cy="88587"/>
          </a:xfrm>
          <a:prstGeom prst="roundRect">
            <a:avLst>
              <a:gd name="adj" fmla="val 47948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125" name="Straight Arrow Connector 124">
            <a:extLst>
              <a:ext uri="{FF2B5EF4-FFF2-40B4-BE49-F238E27FC236}">
                <a16:creationId xmlns:a16="http://schemas.microsoft.com/office/drawing/2014/main" id="{1A6404AC-6E62-3F17-E38E-AA65333A39E7}"/>
              </a:ext>
            </a:extLst>
          </p:cNvPr>
          <p:cNvCxnSpPr>
            <a:cxnSpLocks/>
            <a:endCxn id="124" idx="1"/>
          </p:cNvCxnSpPr>
          <p:nvPr/>
        </p:nvCxnSpPr>
        <p:spPr>
          <a:xfrm>
            <a:off x="3160148" y="1965601"/>
            <a:ext cx="198196" cy="68380"/>
          </a:xfrm>
          <a:prstGeom prst="straightConnector1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Arrow Connector 125">
            <a:extLst>
              <a:ext uri="{FF2B5EF4-FFF2-40B4-BE49-F238E27FC236}">
                <a16:creationId xmlns:a16="http://schemas.microsoft.com/office/drawing/2014/main" id="{B8A4A2D9-135D-B9AB-E9D3-326E64226E33}"/>
              </a:ext>
            </a:extLst>
          </p:cNvPr>
          <p:cNvCxnSpPr>
            <a:cxnSpLocks/>
            <a:endCxn id="123" idx="1"/>
          </p:cNvCxnSpPr>
          <p:nvPr/>
        </p:nvCxnSpPr>
        <p:spPr>
          <a:xfrm>
            <a:off x="3153547" y="1965042"/>
            <a:ext cx="204798" cy="198149"/>
          </a:xfrm>
          <a:prstGeom prst="straightConnector1">
            <a:avLst/>
          </a:prstGeom>
          <a:ln w="12700">
            <a:solidFill>
              <a:schemeClr val="tx1">
                <a:lumMod val="65000"/>
                <a:lumOff val="35000"/>
              </a:schemeClr>
            </a:solidFill>
            <a:tailEnd type="triangle" w="sm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ounded Rectangle 130">
            <a:extLst>
              <a:ext uri="{FF2B5EF4-FFF2-40B4-BE49-F238E27FC236}">
                <a16:creationId xmlns:a16="http://schemas.microsoft.com/office/drawing/2014/main" id="{7A5508D6-709A-2BDD-9EFA-A0CDA7CA80DC}"/>
              </a:ext>
            </a:extLst>
          </p:cNvPr>
          <p:cNvSpPr/>
          <p:nvPr/>
        </p:nvSpPr>
        <p:spPr>
          <a:xfrm>
            <a:off x="2747636" y="106196"/>
            <a:ext cx="992957" cy="727151"/>
          </a:xfrm>
          <a:prstGeom prst="roundRect">
            <a:avLst/>
          </a:prstGeom>
          <a:solidFill>
            <a:srgbClr val="FFEDB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9CC85FB-4291-D240-5D51-0118E83761B0}"/>
              </a:ext>
            </a:extLst>
          </p:cNvPr>
          <p:cNvGrpSpPr/>
          <p:nvPr/>
        </p:nvGrpSpPr>
        <p:grpSpPr>
          <a:xfrm>
            <a:off x="2908703" y="197682"/>
            <a:ext cx="703357" cy="535876"/>
            <a:chOff x="2908703" y="197682"/>
            <a:chExt cx="703357" cy="535876"/>
          </a:xfrm>
        </p:grpSpPr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BDEEA8E2-30A8-949F-8987-D15DF1E5BAC7}"/>
                </a:ext>
              </a:extLst>
            </p:cNvPr>
            <p:cNvGrpSpPr/>
            <p:nvPr/>
          </p:nvGrpSpPr>
          <p:grpSpPr>
            <a:xfrm>
              <a:off x="3181247" y="258953"/>
              <a:ext cx="149763" cy="88587"/>
              <a:chOff x="5022545" y="3695255"/>
              <a:chExt cx="198639" cy="117498"/>
            </a:xfrm>
          </p:grpSpPr>
          <p:sp>
            <p:nvSpPr>
              <p:cNvPr id="150" name="Rounded Rectangle 149">
                <a:extLst>
                  <a:ext uri="{FF2B5EF4-FFF2-40B4-BE49-F238E27FC236}">
                    <a16:creationId xmlns:a16="http://schemas.microsoft.com/office/drawing/2014/main" id="{162B2A07-5CFA-26BB-1A7A-D0E011A49B0F}"/>
                  </a:ext>
                </a:extLst>
              </p:cNvPr>
              <p:cNvSpPr/>
              <p:nvPr/>
            </p:nvSpPr>
            <p:spPr>
              <a:xfrm rot="1773357">
                <a:off x="5022545" y="3695255"/>
                <a:ext cx="198639" cy="117498"/>
              </a:xfrm>
              <a:prstGeom prst="roundRect">
                <a:avLst>
                  <a:gd name="adj" fmla="val 47948"/>
                </a:avLst>
              </a:prstGeom>
              <a:solidFill>
                <a:schemeClr val="bg1"/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51" name="Oval 150">
                <a:extLst>
                  <a:ext uri="{FF2B5EF4-FFF2-40B4-BE49-F238E27FC236}">
                    <a16:creationId xmlns:a16="http://schemas.microsoft.com/office/drawing/2014/main" id="{25D97795-097D-47FF-18F0-615F1748AC97}"/>
                  </a:ext>
                </a:extLst>
              </p:cNvPr>
              <p:cNvSpPr/>
              <p:nvPr/>
            </p:nvSpPr>
            <p:spPr>
              <a:xfrm rot="1773357">
                <a:off x="5125505" y="3739164"/>
                <a:ext cx="67339" cy="67339"/>
              </a:xfrm>
              <a:prstGeom prst="ellipse">
                <a:avLst/>
              </a:prstGeom>
              <a:noFill/>
              <a:ln w="127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34" name="Rounded Rectangle 133">
              <a:extLst>
                <a:ext uri="{FF2B5EF4-FFF2-40B4-BE49-F238E27FC236}">
                  <a16:creationId xmlns:a16="http://schemas.microsoft.com/office/drawing/2014/main" id="{5280465B-AFF7-45AE-8B4D-F50ED4969B32}"/>
                </a:ext>
              </a:extLst>
            </p:cNvPr>
            <p:cNvSpPr/>
            <p:nvPr/>
          </p:nvSpPr>
          <p:spPr>
            <a:xfrm rot="1773357">
              <a:off x="3462297" y="197682"/>
              <a:ext cx="149763" cy="88587"/>
            </a:xfrm>
            <a:prstGeom prst="roundRect">
              <a:avLst>
                <a:gd name="adj" fmla="val 47948"/>
              </a:avLst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8E0B240B-97ED-8C72-E5AE-2540147FBFE3}"/>
                </a:ext>
              </a:extLst>
            </p:cNvPr>
            <p:cNvGrpSpPr/>
            <p:nvPr/>
          </p:nvGrpSpPr>
          <p:grpSpPr>
            <a:xfrm>
              <a:off x="3077947" y="644971"/>
              <a:ext cx="149763" cy="88587"/>
              <a:chOff x="5022545" y="3695255"/>
              <a:chExt cx="198639" cy="117498"/>
            </a:xfrm>
          </p:grpSpPr>
          <p:sp>
            <p:nvSpPr>
              <p:cNvPr id="148" name="Rounded Rectangle 147">
                <a:extLst>
                  <a:ext uri="{FF2B5EF4-FFF2-40B4-BE49-F238E27FC236}">
                    <a16:creationId xmlns:a16="http://schemas.microsoft.com/office/drawing/2014/main" id="{33CCB6F6-6306-583E-E701-3D53AEB08661}"/>
                  </a:ext>
                </a:extLst>
              </p:cNvPr>
              <p:cNvSpPr/>
              <p:nvPr/>
            </p:nvSpPr>
            <p:spPr>
              <a:xfrm rot="1773357">
                <a:off x="5022545" y="3695255"/>
                <a:ext cx="198639" cy="117498"/>
              </a:xfrm>
              <a:prstGeom prst="roundRect">
                <a:avLst>
                  <a:gd name="adj" fmla="val 47948"/>
                </a:avLst>
              </a:prstGeom>
              <a:solidFill>
                <a:schemeClr val="bg1"/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9" name="Oval 148">
                <a:extLst>
                  <a:ext uri="{FF2B5EF4-FFF2-40B4-BE49-F238E27FC236}">
                    <a16:creationId xmlns:a16="http://schemas.microsoft.com/office/drawing/2014/main" id="{C896CD45-A196-958A-B61C-74BDAB833BFD}"/>
                  </a:ext>
                </a:extLst>
              </p:cNvPr>
              <p:cNvSpPr/>
              <p:nvPr/>
            </p:nvSpPr>
            <p:spPr>
              <a:xfrm rot="1773357">
                <a:off x="5125505" y="3739164"/>
                <a:ext cx="67339" cy="67339"/>
              </a:xfrm>
              <a:prstGeom prst="ellipse">
                <a:avLst/>
              </a:prstGeom>
              <a:noFill/>
              <a:ln w="127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grpSp>
          <p:nvGrpSpPr>
            <p:cNvPr id="136" name="Group 135">
              <a:extLst>
                <a:ext uri="{FF2B5EF4-FFF2-40B4-BE49-F238E27FC236}">
                  <a16:creationId xmlns:a16="http://schemas.microsoft.com/office/drawing/2014/main" id="{12468338-83A8-3200-C4F0-1D9D494ADFC3}"/>
                </a:ext>
              </a:extLst>
            </p:cNvPr>
            <p:cNvGrpSpPr/>
            <p:nvPr/>
          </p:nvGrpSpPr>
          <p:grpSpPr>
            <a:xfrm>
              <a:off x="3288976" y="644971"/>
              <a:ext cx="149763" cy="88587"/>
              <a:chOff x="5022545" y="3695255"/>
              <a:chExt cx="198639" cy="117498"/>
            </a:xfrm>
          </p:grpSpPr>
          <p:sp>
            <p:nvSpPr>
              <p:cNvPr id="146" name="Rounded Rectangle 145">
                <a:extLst>
                  <a:ext uri="{FF2B5EF4-FFF2-40B4-BE49-F238E27FC236}">
                    <a16:creationId xmlns:a16="http://schemas.microsoft.com/office/drawing/2014/main" id="{775067BC-1CBE-CF18-EB8E-998A1FFE2031}"/>
                  </a:ext>
                </a:extLst>
              </p:cNvPr>
              <p:cNvSpPr/>
              <p:nvPr/>
            </p:nvSpPr>
            <p:spPr>
              <a:xfrm rot="1773357">
                <a:off x="5022545" y="3695255"/>
                <a:ext cx="198639" cy="117498"/>
              </a:xfrm>
              <a:prstGeom prst="roundRect">
                <a:avLst>
                  <a:gd name="adj" fmla="val 47948"/>
                </a:avLst>
              </a:prstGeom>
              <a:solidFill>
                <a:schemeClr val="bg1"/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7" name="Oval 146">
                <a:extLst>
                  <a:ext uri="{FF2B5EF4-FFF2-40B4-BE49-F238E27FC236}">
                    <a16:creationId xmlns:a16="http://schemas.microsoft.com/office/drawing/2014/main" id="{F00C0269-44C8-7E22-C199-97A29AF22095}"/>
                  </a:ext>
                </a:extLst>
              </p:cNvPr>
              <p:cNvSpPr/>
              <p:nvPr/>
            </p:nvSpPr>
            <p:spPr>
              <a:xfrm rot="1773357">
                <a:off x="5125505" y="3739164"/>
                <a:ext cx="67339" cy="67339"/>
              </a:xfrm>
              <a:prstGeom prst="ellipse">
                <a:avLst/>
              </a:prstGeom>
              <a:noFill/>
              <a:ln w="127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37" name="Straight Arrow Connector 136">
              <a:extLst>
                <a:ext uri="{FF2B5EF4-FFF2-40B4-BE49-F238E27FC236}">
                  <a16:creationId xmlns:a16="http://schemas.microsoft.com/office/drawing/2014/main" id="{D4DB82F2-633A-12D3-F7EE-31B59E9C90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14987" y="245509"/>
              <a:ext cx="194064" cy="59679"/>
            </a:xfrm>
            <a:prstGeom prst="straightConnector1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8" name="Left Brace 137">
              <a:extLst>
                <a:ext uri="{FF2B5EF4-FFF2-40B4-BE49-F238E27FC236}">
                  <a16:creationId xmlns:a16="http://schemas.microsoft.com/office/drawing/2014/main" id="{8D8E1F1B-8E77-B8DD-C266-364D82510485}"/>
                </a:ext>
              </a:extLst>
            </p:cNvPr>
            <p:cNvSpPr/>
            <p:nvPr/>
          </p:nvSpPr>
          <p:spPr>
            <a:xfrm rot="5400000">
              <a:off x="3158376" y="411358"/>
              <a:ext cx="200776" cy="204098"/>
            </a:xfrm>
            <a:prstGeom prst="leftBrace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  <a:headEnd type="triangle" w="sm" len="med"/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9" name="Left Brace 138">
              <a:extLst>
                <a:ext uri="{FF2B5EF4-FFF2-40B4-BE49-F238E27FC236}">
                  <a16:creationId xmlns:a16="http://schemas.microsoft.com/office/drawing/2014/main" id="{372935FD-EA04-BBC2-5DC0-5A145AD78105}"/>
                </a:ext>
              </a:extLst>
            </p:cNvPr>
            <p:cNvSpPr/>
            <p:nvPr/>
          </p:nvSpPr>
          <p:spPr>
            <a:xfrm rot="5400000">
              <a:off x="3155693" y="247057"/>
              <a:ext cx="200870" cy="532606"/>
            </a:xfrm>
            <a:prstGeom prst="leftBrace">
              <a:avLst>
                <a:gd name="adj1" fmla="val 14144"/>
                <a:gd name="adj2" fmla="val 50000"/>
              </a:avLst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  <a:headEnd type="triangle" w="sm" len="med"/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5C301F5C-15BA-8895-B868-AE92D36A071D}"/>
                </a:ext>
              </a:extLst>
            </p:cNvPr>
            <p:cNvGrpSpPr/>
            <p:nvPr/>
          </p:nvGrpSpPr>
          <p:grpSpPr>
            <a:xfrm>
              <a:off x="3462296" y="644971"/>
              <a:ext cx="149763" cy="88587"/>
              <a:chOff x="5022545" y="3695255"/>
              <a:chExt cx="198639" cy="117498"/>
            </a:xfrm>
          </p:grpSpPr>
          <p:sp>
            <p:nvSpPr>
              <p:cNvPr id="144" name="Rounded Rectangle 143">
                <a:extLst>
                  <a:ext uri="{FF2B5EF4-FFF2-40B4-BE49-F238E27FC236}">
                    <a16:creationId xmlns:a16="http://schemas.microsoft.com/office/drawing/2014/main" id="{08E9EEFD-FB75-47DB-5267-2B1770B39ECE}"/>
                  </a:ext>
                </a:extLst>
              </p:cNvPr>
              <p:cNvSpPr/>
              <p:nvPr/>
            </p:nvSpPr>
            <p:spPr>
              <a:xfrm rot="1773357">
                <a:off x="5022545" y="3695255"/>
                <a:ext cx="198639" cy="117498"/>
              </a:xfrm>
              <a:prstGeom prst="roundRect">
                <a:avLst>
                  <a:gd name="adj" fmla="val 47948"/>
                </a:avLst>
              </a:prstGeom>
              <a:solidFill>
                <a:schemeClr val="bg1"/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5" name="Oval 144">
                <a:extLst>
                  <a:ext uri="{FF2B5EF4-FFF2-40B4-BE49-F238E27FC236}">
                    <a16:creationId xmlns:a16="http://schemas.microsoft.com/office/drawing/2014/main" id="{7252F776-7CB3-092F-3FB7-8F77925F3189}"/>
                  </a:ext>
                </a:extLst>
              </p:cNvPr>
              <p:cNvSpPr/>
              <p:nvPr/>
            </p:nvSpPr>
            <p:spPr>
              <a:xfrm rot="1773357">
                <a:off x="5125505" y="3739164"/>
                <a:ext cx="67339" cy="67339"/>
              </a:xfrm>
              <a:prstGeom prst="ellipse">
                <a:avLst/>
              </a:prstGeom>
              <a:noFill/>
              <a:ln w="127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1" name="Group 140">
              <a:extLst>
                <a:ext uri="{FF2B5EF4-FFF2-40B4-BE49-F238E27FC236}">
                  <a16:creationId xmlns:a16="http://schemas.microsoft.com/office/drawing/2014/main" id="{C0F600CF-F3FC-C431-FF66-22BCFEFABD05}"/>
                </a:ext>
              </a:extLst>
            </p:cNvPr>
            <p:cNvGrpSpPr/>
            <p:nvPr/>
          </p:nvGrpSpPr>
          <p:grpSpPr>
            <a:xfrm>
              <a:off x="2908703" y="644969"/>
              <a:ext cx="149763" cy="88587"/>
              <a:chOff x="5022545" y="3695253"/>
              <a:chExt cx="198639" cy="117498"/>
            </a:xfrm>
          </p:grpSpPr>
          <p:sp>
            <p:nvSpPr>
              <p:cNvPr id="142" name="Rounded Rectangle 141">
                <a:extLst>
                  <a:ext uri="{FF2B5EF4-FFF2-40B4-BE49-F238E27FC236}">
                    <a16:creationId xmlns:a16="http://schemas.microsoft.com/office/drawing/2014/main" id="{9F7DCF2A-7129-4A29-7C74-AA97DE1010FE}"/>
                  </a:ext>
                </a:extLst>
              </p:cNvPr>
              <p:cNvSpPr/>
              <p:nvPr/>
            </p:nvSpPr>
            <p:spPr>
              <a:xfrm rot="1773357">
                <a:off x="5022545" y="3695253"/>
                <a:ext cx="198639" cy="117498"/>
              </a:xfrm>
              <a:prstGeom prst="roundRect">
                <a:avLst>
                  <a:gd name="adj" fmla="val 47948"/>
                </a:avLst>
              </a:prstGeom>
              <a:solidFill>
                <a:schemeClr val="bg1"/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43" name="Oval 142">
                <a:extLst>
                  <a:ext uri="{FF2B5EF4-FFF2-40B4-BE49-F238E27FC236}">
                    <a16:creationId xmlns:a16="http://schemas.microsoft.com/office/drawing/2014/main" id="{5E39C7D0-87A6-1F21-9B85-BD32DF2D86E9}"/>
                  </a:ext>
                </a:extLst>
              </p:cNvPr>
              <p:cNvSpPr/>
              <p:nvPr/>
            </p:nvSpPr>
            <p:spPr>
              <a:xfrm rot="1773357">
                <a:off x="5125505" y="3739164"/>
                <a:ext cx="67339" cy="67339"/>
              </a:xfrm>
              <a:prstGeom prst="ellipse">
                <a:avLst/>
              </a:prstGeom>
              <a:noFill/>
              <a:ln w="12700">
                <a:solidFill>
                  <a:schemeClr val="accent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E7D8E67B-EFA7-DCFE-B365-861BF8C0049F}"/>
                </a:ext>
              </a:extLst>
            </p:cNvPr>
            <p:cNvSpPr/>
            <p:nvPr/>
          </p:nvSpPr>
          <p:spPr>
            <a:xfrm rot="1773357">
              <a:off x="3534824" y="230213"/>
              <a:ext cx="50770" cy="50770"/>
            </a:xfrm>
            <a:prstGeom prst="ellipse">
              <a:avLst/>
            </a:prstGeom>
            <a:noFill/>
            <a:ln w="12700">
              <a:solidFill>
                <a:schemeClr val="accent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802A292-E1B5-7FB0-250C-8E2169D5C74B}"/>
              </a:ext>
            </a:extLst>
          </p:cNvPr>
          <p:cNvGrpSpPr/>
          <p:nvPr/>
        </p:nvGrpSpPr>
        <p:grpSpPr>
          <a:xfrm>
            <a:off x="2748062" y="903797"/>
            <a:ext cx="992958" cy="727151"/>
            <a:chOff x="2748062" y="903797"/>
            <a:chExt cx="992958" cy="727151"/>
          </a:xfrm>
        </p:grpSpPr>
        <p:sp>
          <p:nvSpPr>
            <p:cNvPr id="98" name="Rounded Rectangle 97">
              <a:extLst>
                <a:ext uri="{FF2B5EF4-FFF2-40B4-BE49-F238E27FC236}">
                  <a16:creationId xmlns:a16="http://schemas.microsoft.com/office/drawing/2014/main" id="{DFBF719B-ED37-15EE-632F-D3C145B420C2}"/>
                </a:ext>
              </a:extLst>
            </p:cNvPr>
            <p:cNvSpPr/>
            <p:nvPr/>
          </p:nvSpPr>
          <p:spPr>
            <a:xfrm>
              <a:off x="2748062" y="903797"/>
              <a:ext cx="992958" cy="727151"/>
            </a:xfrm>
            <a:prstGeom prst="roundRect">
              <a:avLst/>
            </a:prstGeom>
            <a:solidFill>
              <a:schemeClr val="bg1"/>
            </a:solidFill>
            <a:ln w="12700"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01" name="Group 100">
              <a:extLst>
                <a:ext uri="{FF2B5EF4-FFF2-40B4-BE49-F238E27FC236}">
                  <a16:creationId xmlns:a16="http://schemas.microsoft.com/office/drawing/2014/main" id="{B415D5A0-74BF-69B2-B6A9-A71D3FE2EFC6}"/>
                </a:ext>
              </a:extLst>
            </p:cNvPr>
            <p:cNvGrpSpPr/>
            <p:nvPr/>
          </p:nvGrpSpPr>
          <p:grpSpPr>
            <a:xfrm>
              <a:off x="3110375" y="1062606"/>
              <a:ext cx="149763" cy="88587"/>
              <a:chOff x="5022545" y="3695255"/>
              <a:chExt cx="198639" cy="117498"/>
            </a:xfrm>
          </p:grpSpPr>
          <p:sp>
            <p:nvSpPr>
              <p:cNvPr id="113" name="Rounded Rectangle 112">
                <a:extLst>
                  <a:ext uri="{FF2B5EF4-FFF2-40B4-BE49-F238E27FC236}">
                    <a16:creationId xmlns:a16="http://schemas.microsoft.com/office/drawing/2014/main" id="{2DBA09F3-5186-0CA9-E876-0E579D44F1E4}"/>
                  </a:ext>
                </a:extLst>
              </p:cNvPr>
              <p:cNvSpPr/>
              <p:nvPr/>
            </p:nvSpPr>
            <p:spPr>
              <a:xfrm rot="1773357">
                <a:off x="5022545" y="3695255"/>
                <a:ext cx="198639" cy="117498"/>
              </a:xfrm>
              <a:prstGeom prst="roundRect">
                <a:avLst>
                  <a:gd name="adj" fmla="val 47948"/>
                </a:avLst>
              </a:prstGeom>
              <a:solidFill>
                <a:schemeClr val="bg1"/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A35B91A9-E371-15BE-72ED-E2A47F213ACE}"/>
                  </a:ext>
                </a:extLst>
              </p:cNvPr>
              <p:cNvSpPr/>
              <p:nvPr/>
            </p:nvSpPr>
            <p:spPr>
              <a:xfrm rot="1773357">
                <a:off x="5125505" y="3739164"/>
                <a:ext cx="67339" cy="67339"/>
              </a:xfrm>
              <a:prstGeom prst="ellipse">
                <a:avLst/>
              </a:prstGeom>
              <a:noFill/>
              <a:ln w="127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2" name="Rounded Rectangle 101">
              <a:extLst>
                <a:ext uri="{FF2B5EF4-FFF2-40B4-BE49-F238E27FC236}">
                  <a16:creationId xmlns:a16="http://schemas.microsoft.com/office/drawing/2014/main" id="{D0CACAE0-A9B0-F793-7EE0-E808A246AAFC}"/>
                </a:ext>
              </a:extLst>
            </p:cNvPr>
            <p:cNvSpPr/>
            <p:nvPr/>
          </p:nvSpPr>
          <p:spPr>
            <a:xfrm rot="1773357">
              <a:off x="3391425" y="1001335"/>
              <a:ext cx="149763" cy="88587"/>
            </a:xfrm>
            <a:prstGeom prst="roundRect">
              <a:avLst>
                <a:gd name="adj" fmla="val 47948"/>
              </a:avLst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3" name="Rounded Rectangle 102">
              <a:extLst>
                <a:ext uri="{FF2B5EF4-FFF2-40B4-BE49-F238E27FC236}">
                  <a16:creationId xmlns:a16="http://schemas.microsoft.com/office/drawing/2014/main" id="{EC4D6BB9-EE4B-1798-4A1A-2B791BF661D3}"/>
                </a:ext>
              </a:extLst>
            </p:cNvPr>
            <p:cNvSpPr/>
            <p:nvPr/>
          </p:nvSpPr>
          <p:spPr>
            <a:xfrm rot="1773357">
              <a:off x="3385205" y="1196871"/>
              <a:ext cx="149763" cy="88587"/>
            </a:xfrm>
            <a:prstGeom prst="roundRect">
              <a:avLst>
                <a:gd name="adj" fmla="val 47948"/>
              </a:avLst>
            </a:prstGeom>
            <a:solidFill>
              <a:schemeClr val="bg1">
                <a:lumMod val="85000"/>
              </a:schemeClr>
            </a:solidFill>
            <a:ln w="1270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104" name="Group 103">
              <a:extLst>
                <a:ext uri="{FF2B5EF4-FFF2-40B4-BE49-F238E27FC236}">
                  <a16:creationId xmlns:a16="http://schemas.microsoft.com/office/drawing/2014/main" id="{315D486F-319F-3947-57B7-B13304FD1733}"/>
                </a:ext>
              </a:extLst>
            </p:cNvPr>
            <p:cNvGrpSpPr/>
            <p:nvPr/>
          </p:nvGrpSpPr>
          <p:grpSpPr>
            <a:xfrm>
              <a:off x="2968956" y="1441649"/>
              <a:ext cx="149763" cy="88587"/>
              <a:chOff x="5022545" y="3695255"/>
              <a:chExt cx="198639" cy="117498"/>
            </a:xfrm>
          </p:grpSpPr>
          <p:sp>
            <p:nvSpPr>
              <p:cNvPr id="111" name="Rounded Rectangle 110">
                <a:extLst>
                  <a:ext uri="{FF2B5EF4-FFF2-40B4-BE49-F238E27FC236}">
                    <a16:creationId xmlns:a16="http://schemas.microsoft.com/office/drawing/2014/main" id="{46B24785-F306-891D-BE5B-4968D61C22EB}"/>
                  </a:ext>
                </a:extLst>
              </p:cNvPr>
              <p:cNvSpPr/>
              <p:nvPr/>
            </p:nvSpPr>
            <p:spPr>
              <a:xfrm rot="1773357">
                <a:off x="5022545" y="3695255"/>
                <a:ext cx="198639" cy="117498"/>
              </a:xfrm>
              <a:prstGeom prst="roundRect">
                <a:avLst>
                  <a:gd name="adj" fmla="val 47948"/>
                </a:avLst>
              </a:prstGeom>
              <a:solidFill>
                <a:schemeClr val="bg1"/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DDCB4018-6866-4FE3-BDC1-FF9F5E4EB395}"/>
                  </a:ext>
                </a:extLst>
              </p:cNvPr>
              <p:cNvSpPr/>
              <p:nvPr/>
            </p:nvSpPr>
            <p:spPr>
              <a:xfrm rot="1773357">
                <a:off x="5125505" y="3739164"/>
                <a:ext cx="67339" cy="67339"/>
              </a:xfrm>
              <a:prstGeom prst="ellipse">
                <a:avLst/>
              </a:prstGeom>
              <a:noFill/>
              <a:ln w="127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5" name="Group 104">
              <a:extLst>
                <a:ext uri="{FF2B5EF4-FFF2-40B4-BE49-F238E27FC236}">
                  <a16:creationId xmlns:a16="http://schemas.microsoft.com/office/drawing/2014/main" id="{B306050C-D7FC-03BD-0D9B-869A3BBA34D2}"/>
                </a:ext>
              </a:extLst>
            </p:cNvPr>
            <p:cNvGrpSpPr/>
            <p:nvPr/>
          </p:nvGrpSpPr>
          <p:grpSpPr>
            <a:xfrm>
              <a:off x="3257066" y="1441165"/>
              <a:ext cx="149763" cy="88587"/>
              <a:chOff x="5022545" y="3695255"/>
              <a:chExt cx="198639" cy="117498"/>
            </a:xfrm>
          </p:grpSpPr>
          <p:sp>
            <p:nvSpPr>
              <p:cNvPr id="109" name="Rounded Rectangle 108">
                <a:extLst>
                  <a:ext uri="{FF2B5EF4-FFF2-40B4-BE49-F238E27FC236}">
                    <a16:creationId xmlns:a16="http://schemas.microsoft.com/office/drawing/2014/main" id="{F0B56640-F4A3-D985-2C82-EC64E2CA67F5}"/>
                  </a:ext>
                </a:extLst>
              </p:cNvPr>
              <p:cNvSpPr/>
              <p:nvPr/>
            </p:nvSpPr>
            <p:spPr>
              <a:xfrm rot="1773357">
                <a:off x="5022545" y="3695255"/>
                <a:ext cx="198639" cy="117498"/>
              </a:xfrm>
              <a:prstGeom prst="roundRect">
                <a:avLst>
                  <a:gd name="adj" fmla="val 47948"/>
                </a:avLst>
              </a:prstGeom>
              <a:solidFill>
                <a:schemeClr val="bg1"/>
              </a:solidFill>
              <a:ln w="12700">
                <a:solidFill>
                  <a:schemeClr val="tx1">
                    <a:lumMod val="65000"/>
                    <a:lumOff val="3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10" name="Oval 109">
                <a:extLst>
                  <a:ext uri="{FF2B5EF4-FFF2-40B4-BE49-F238E27FC236}">
                    <a16:creationId xmlns:a16="http://schemas.microsoft.com/office/drawing/2014/main" id="{5A4CF784-1554-228D-35B7-438CA3A8464D}"/>
                  </a:ext>
                </a:extLst>
              </p:cNvPr>
              <p:cNvSpPr/>
              <p:nvPr/>
            </p:nvSpPr>
            <p:spPr>
              <a:xfrm rot="1773357">
                <a:off x="5125505" y="3739164"/>
                <a:ext cx="67339" cy="67339"/>
              </a:xfrm>
              <a:prstGeom prst="ellipse">
                <a:avLst/>
              </a:prstGeom>
              <a:noFill/>
              <a:ln w="1270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06" name="Straight Arrow Connector 105">
              <a:extLst>
                <a:ext uri="{FF2B5EF4-FFF2-40B4-BE49-F238E27FC236}">
                  <a16:creationId xmlns:a16="http://schemas.microsoft.com/office/drawing/2014/main" id="{E1AD2EDF-E402-B02A-A01E-FD535AA11ED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44115" y="1049162"/>
              <a:ext cx="194064" cy="59679"/>
            </a:xfrm>
            <a:prstGeom prst="straightConnector1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Arrow Connector 106">
              <a:extLst>
                <a:ext uri="{FF2B5EF4-FFF2-40B4-BE49-F238E27FC236}">
                  <a16:creationId xmlns:a16="http://schemas.microsoft.com/office/drawing/2014/main" id="{1B49C48E-4018-CADE-9A28-DC92341B9F47}"/>
                </a:ext>
              </a:extLst>
            </p:cNvPr>
            <p:cNvCxnSpPr>
              <a:cxnSpLocks/>
            </p:cNvCxnSpPr>
            <p:nvPr/>
          </p:nvCxnSpPr>
          <p:spPr>
            <a:xfrm>
              <a:off x="3252907" y="1140061"/>
              <a:ext cx="168354" cy="90320"/>
            </a:xfrm>
            <a:prstGeom prst="straightConnector1">
              <a:avLst/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Left Brace 107">
              <a:extLst>
                <a:ext uri="{FF2B5EF4-FFF2-40B4-BE49-F238E27FC236}">
                  <a16:creationId xmlns:a16="http://schemas.microsoft.com/office/drawing/2014/main" id="{BDCC2E6A-28D9-AE9B-F1C2-3470E440A9A7}"/>
                </a:ext>
              </a:extLst>
            </p:cNvPr>
            <p:cNvSpPr/>
            <p:nvPr/>
          </p:nvSpPr>
          <p:spPr>
            <a:xfrm rot="5400000">
              <a:off x="3091344" y="1190667"/>
              <a:ext cx="193098" cy="245553"/>
            </a:xfrm>
            <a:prstGeom prst="leftBrace">
              <a:avLst>
                <a:gd name="adj1" fmla="val 8333"/>
                <a:gd name="adj2" fmla="val 49999"/>
              </a:avLst>
            </a:prstGeom>
            <a:ln w="12700">
              <a:solidFill>
                <a:schemeClr val="tx1">
                  <a:lumMod val="65000"/>
                  <a:lumOff val="35000"/>
                </a:schemeClr>
              </a:solidFill>
              <a:headEnd type="triangle" w="sm" len="med"/>
              <a:tailEnd type="triangle" w="sm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10CDDE6A-7714-F3A8-82C8-46048D04155B}"/>
                </a:ext>
              </a:extLst>
            </p:cNvPr>
            <p:cNvSpPr/>
            <p:nvPr/>
          </p:nvSpPr>
          <p:spPr>
            <a:xfrm rot="1773357">
              <a:off x="3465618" y="1033723"/>
              <a:ext cx="50770" cy="50770"/>
            </a:xfrm>
            <a:prstGeom prst="ellipse">
              <a:avLst/>
            </a:prstGeom>
            <a:noFill/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21366A09-64A1-7DCF-C141-E4BBFD27BDEF}"/>
                </a:ext>
              </a:extLst>
            </p:cNvPr>
            <p:cNvSpPr/>
            <p:nvPr/>
          </p:nvSpPr>
          <p:spPr>
            <a:xfrm rot="1773357">
              <a:off x="3462129" y="1230442"/>
              <a:ext cx="50770" cy="50770"/>
            </a:xfrm>
            <a:prstGeom prst="ellipse">
              <a:avLst/>
            </a:prstGeom>
            <a:noFill/>
            <a:ln w="1270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Oval 7">
            <a:extLst>
              <a:ext uri="{FF2B5EF4-FFF2-40B4-BE49-F238E27FC236}">
                <a16:creationId xmlns:a16="http://schemas.microsoft.com/office/drawing/2014/main" id="{9CF4C634-EF74-7B0C-55A9-070768AF8103}"/>
              </a:ext>
            </a:extLst>
          </p:cNvPr>
          <p:cNvSpPr/>
          <p:nvPr/>
        </p:nvSpPr>
        <p:spPr>
          <a:xfrm rot="1773357">
            <a:off x="3423167" y="1780908"/>
            <a:ext cx="50770" cy="50770"/>
          </a:xfrm>
          <a:prstGeom prst="ellipse">
            <a:avLst/>
          </a:prstGeom>
          <a:noFill/>
          <a:ln w="12700">
            <a:solidFill>
              <a:srgbClr val="FF82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92867E9-87F0-1A0C-5744-3018ECAD65CC}"/>
              </a:ext>
            </a:extLst>
          </p:cNvPr>
          <p:cNvSpPr/>
          <p:nvPr/>
        </p:nvSpPr>
        <p:spPr>
          <a:xfrm rot="1773357">
            <a:off x="3423165" y="1920750"/>
            <a:ext cx="50770" cy="50770"/>
          </a:xfrm>
          <a:prstGeom prst="ellipse">
            <a:avLst/>
          </a:prstGeom>
          <a:noFill/>
          <a:ln w="12700">
            <a:solidFill>
              <a:srgbClr val="FF82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D902674-4ED7-BD82-7003-2DA0074574D8}"/>
              </a:ext>
            </a:extLst>
          </p:cNvPr>
          <p:cNvSpPr/>
          <p:nvPr/>
        </p:nvSpPr>
        <p:spPr>
          <a:xfrm rot="1773357">
            <a:off x="3423165" y="2060197"/>
            <a:ext cx="50770" cy="50770"/>
          </a:xfrm>
          <a:prstGeom prst="ellipse">
            <a:avLst/>
          </a:prstGeom>
          <a:noFill/>
          <a:ln w="12700">
            <a:solidFill>
              <a:srgbClr val="FF82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93FE10B-883A-1A2A-0781-70E0A6ADC4F4}"/>
              </a:ext>
            </a:extLst>
          </p:cNvPr>
          <p:cNvSpPr/>
          <p:nvPr/>
        </p:nvSpPr>
        <p:spPr>
          <a:xfrm rot="1773357">
            <a:off x="3423164" y="2188067"/>
            <a:ext cx="50770" cy="50770"/>
          </a:xfrm>
          <a:prstGeom prst="ellipse">
            <a:avLst/>
          </a:prstGeom>
          <a:noFill/>
          <a:ln w="12700">
            <a:solidFill>
              <a:srgbClr val="FF82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CD3BD28-048A-BFF5-95A6-2C2D0200C5C9}"/>
              </a:ext>
            </a:extLst>
          </p:cNvPr>
          <p:cNvSpPr txBox="1"/>
          <p:nvPr/>
        </p:nvSpPr>
        <p:spPr>
          <a:xfrm>
            <a:off x="2308684" y="153191"/>
            <a:ext cx="3225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solidFill>
                  <a:schemeClr val="bg2"/>
                </a:solidFill>
                <a:latin typeface="Helvetica" pitchFamily="2" charset="0"/>
              </a:rPr>
              <a:t>Q1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043869E-9DF3-BB09-A404-432CCD080306}"/>
              </a:ext>
            </a:extLst>
          </p:cNvPr>
          <p:cNvSpPr txBox="1"/>
          <p:nvPr/>
        </p:nvSpPr>
        <p:spPr>
          <a:xfrm>
            <a:off x="329075" y="153191"/>
            <a:ext cx="3225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dirty="0">
                <a:solidFill>
                  <a:schemeClr val="bg2">
                    <a:lumMod val="75000"/>
                  </a:schemeClr>
                </a:solidFill>
                <a:latin typeface="Helvetica" pitchFamily="2" charset="0"/>
              </a:rPr>
              <a:t>Q2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A98D3E-2314-D83B-A30C-955D9C4E3987}"/>
              </a:ext>
            </a:extLst>
          </p:cNvPr>
          <p:cNvSpPr txBox="1"/>
          <p:nvPr/>
        </p:nvSpPr>
        <p:spPr>
          <a:xfrm>
            <a:off x="2308684" y="2162908"/>
            <a:ext cx="3225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bg2"/>
                </a:solidFill>
                <a:latin typeface="Helvetica" pitchFamily="2" charset="0"/>
              </a:rPr>
              <a:t>Q4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C62D33F-DC1F-67E4-9D8E-D9C8EFF112BC}"/>
              </a:ext>
            </a:extLst>
          </p:cNvPr>
          <p:cNvSpPr txBox="1"/>
          <p:nvPr/>
        </p:nvSpPr>
        <p:spPr>
          <a:xfrm>
            <a:off x="329075" y="2162908"/>
            <a:ext cx="32252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chemeClr val="bg2">
                    <a:lumMod val="75000"/>
                  </a:schemeClr>
                </a:solidFill>
                <a:latin typeface="Helvetica" pitchFamily="2" charset="0"/>
              </a:rPr>
              <a:t>Q3</a:t>
            </a:r>
          </a:p>
        </p:txBody>
      </p:sp>
    </p:spTree>
    <p:extLst>
      <p:ext uri="{BB962C8B-B14F-4D97-AF65-F5344CB8AC3E}">
        <p14:creationId xmlns:p14="http://schemas.microsoft.com/office/powerpoint/2010/main" val="15294472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petri1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F9E6B8"/>
      </a:accent1>
      <a:accent2>
        <a:srgbClr val="3BA9A4"/>
      </a:accent2>
      <a:accent3>
        <a:srgbClr val="FEA45A"/>
      </a:accent3>
      <a:accent4>
        <a:srgbClr val="8A3F79"/>
      </a:accent4>
      <a:accent5>
        <a:srgbClr val="8294F5"/>
      </a:accent5>
      <a:accent6>
        <a:srgbClr val="E6E9FC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1115</TotalTime>
  <Words>4</Words>
  <Application>Microsoft Macintosh PowerPoint</Application>
  <PresentationFormat>Custom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Helvetica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Elizabeth S Duan</dc:creator>
  <cp:lastModifiedBy>Elizabeth S Duan</cp:lastModifiedBy>
  <cp:revision>6</cp:revision>
  <cp:lastPrinted>2026-05-31T17:34:25Z</cp:lastPrinted>
  <dcterms:created xsi:type="dcterms:W3CDTF">2026-05-27T22:39:26Z</dcterms:created>
  <dcterms:modified xsi:type="dcterms:W3CDTF">2026-05-31T17:35:36Z</dcterms:modified>
</cp:coreProperties>
</file>