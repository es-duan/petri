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</p:sldIdLst>
  <p:sldSz cx="6400800" cy="457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35"/>
  </p:normalViewPr>
  <p:slideViewPr>
    <p:cSldViewPr snapToGrid="0">
      <p:cViewPr varScale="1">
        <p:scale>
          <a:sx n="157" d="100"/>
          <a:sy n="157" d="100"/>
        </p:scale>
        <p:origin x="1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0060" y="748242"/>
            <a:ext cx="5440680" cy="1591733"/>
          </a:xfrm>
        </p:spPr>
        <p:txBody>
          <a:bodyPr anchor="b"/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2401359"/>
            <a:ext cx="4800600" cy="1103841"/>
          </a:xfrm>
        </p:spPr>
        <p:txBody>
          <a:bodyPr/>
          <a:lstStyle>
            <a:lvl1pPr marL="0" indent="0" algn="ctr">
              <a:buNone/>
              <a:defRPr sz="1600"/>
            </a:lvl1pPr>
            <a:lvl2pPr marL="304815" indent="0" algn="ctr">
              <a:buNone/>
              <a:defRPr sz="1333"/>
            </a:lvl2pPr>
            <a:lvl3pPr marL="609630" indent="0" algn="ctr">
              <a:buNone/>
              <a:defRPr sz="1200"/>
            </a:lvl3pPr>
            <a:lvl4pPr marL="914446" indent="0" algn="ctr">
              <a:buNone/>
              <a:defRPr sz="1067"/>
            </a:lvl4pPr>
            <a:lvl5pPr marL="1219261" indent="0" algn="ctr">
              <a:buNone/>
              <a:defRPr sz="1067"/>
            </a:lvl5pPr>
            <a:lvl6pPr marL="1524076" indent="0" algn="ctr">
              <a:buNone/>
              <a:defRPr sz="1067"/>
            </a:lvl6pPr>
            <a:lvl7pPr marL="1828891" indent="0" algn="ctr">
              <a:buNone/>
              <a:defRPr sz="1067"/>
            </a:lvl7pPr>
            <a:lvl8pPr marL="2133707" indent="0" algn="ctr">
              <a:buNone/>
              <a:defRPr sz="1067"/>
            </a:lvl8pPr>
            <a:lvl9pPr marL="2438522" indent="0" algn="ctr">
              <a:buNone/>
              <a:defRPr sz="106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9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6357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2" y="1139826"/>
            <a:ext cx="5520690" cy="1901825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2" y="3059643"/>
            <a:ext cx="5520690" cy="1000125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9525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1217083"/>
            <a:ext cx="2720340" cy="29008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04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3417"/>
            <a:ext cx="5520690" cy="88370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1120775"/>
            <a:ext cx="2707838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670050"/>
            <a:ext cx="2707838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1120775"/>
            <a:ext cx="2721174" cy="549275"/>
          </a:xfrm>
        </p:spPr>
        <p:txBody>
          <a:bodyPr anchor="b"/>
          <a:lstStyle>
            <a:lvl1pPr marL="0" indent="0">
              <a:buNone/>
              <a:defRPr sz="1600" b="1"/>
            </a:lvl1pPr>
            <a:lvl2pPr marL="304815" indent="0">
              <a:buNone/>
              <a:defRPr sz="1333" b="1"/>
            </a:lvl2pPr>
            <a:lvl3pPr marL="609630" indent="0">
              <a:buNone/>
              <a:defRPr sz="1200" b="1"/>
            </a:lvl3pPr>
            <a:lvl4pPr marL="914446" indent="0">
              <a:buNone/>
              <a:defRPr sz="1067" b="1"/>
            </a:lvl4pPr>
            <a:lvl5pPr marL="1219261" indent="0">
              <a:buNone/>
              <a:defRPr sz="1067" b="1"/>
            </a:lvl5pPr>
            <a:lvl6pPr marL="1524076" indent="0">
              <a:buNone/>
              <a:defRPr sz="1067" b="1"/>
            </a:lvl6pPr>
            <a:lvl7pPr marL="1828891" indent="0">
              <a:buNone/>
              <a:defRPr sz="1067" b="1"/>
            </a:lvl7pPr>
            <a:lvl8pPr marL="2133707" indent="0">
              <a:buNone/>
              <a:defRPr sz="1067" b="1"/>
            </a:lvl8pPr>
            <a:lvl9pPr marL="2438522" indent="0">
              <a:buNone/>
              <a:defRPr sz="10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670050"/>
            <a:ext cx="2721174" cy="2456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509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599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710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658284"/>
            <a:ext cx="3240405" cy="3249083"/>
          </a:xfrm>
        </p:spPr>
        <p:txBody>
          <a:bodyPr/>
          <a:lstStyle>
            <a:lvl1pPr>
              <a:defRPr sz="2133"/>
            </a:lvl1pPr>
            <a:lvl2pPr>
              <a:defRPr sz="1867"/>
            </a:lvl2pPr>
            <a:lvl3pPr>
              <a:defRPr sz="1600"/>
            </a:lvl3pPr>
            <a:lvl4pPr>
              <a:defRPr sz="1333"/>
            </a:lvl4pPr>
            <a:lvl5pPr>
              <a:defRPr sz="1333"/>
            </a:lvl5pPr>
            <a:lvl6pPr>
              <a:defRPr sz="1333"/>
            </a:lvl6pPr>
            <a:lvl7pPr>
              <a:defRPr sz="1333"/>
            </a:lvl7pPr>
            <a:lvl8pPr>
              <a:defRPr sz="1333"/>
            </a:lvl8pPr>
            <a:lvl9pPr>
              <a:defRPr sz="133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073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304800"/>
            <a:ext cx="2064425" cy="1066800"/>
          </a:xfrm>
        </p:spPr>
        <p:txBody>
          <a:bodyPr anchor="b"/>
          <a:lstStyle>
            <a:lvl1pPr>
              <a:defRPr sz="213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658284"/>
            <a:ext cx="3240405" cy="3249083"/>
          </a:xfrm>
        </p:spPr>
        <p:txBody>
          <a:bodyPr anchor="t"/>
          <a:lstStyle>
            <a:lvl1pPr marL="0" indent="0">
              <a:buNone/>
              <a:defRPr sz="2133"/>
            </a:lvl1pPr>
            <a:lvl2pPr marL="304815" indent="0">
              <a:buNone/>
              <a:defRPr sz="1867"/>
            </a:lvl2pPr>
            <a:lvl3pPr marL="609630" indent="0">
              <a:buNone/>
              <a:defRPr sz="1600"/>
            </a:lvl3pPr>
            <a:lvl4pPr marL="914446" indent="0">
              <a:buNone/>
              <a:defRPr sz="1333"/>
            </a:lvl4pPr>
            <a:lvl5pPr marL="1219261" indent="0">
              <a:buNone/>
              <a:defRPr sz="1333"/>
            </a:lvl5pPr>
            <a:lvl6pPr marL="1524076" indent="0">
              <a:buNone/>
              <a:defRPr sz="1333"/>
            </a:lvl6pPr>
            <a:lvl7pPr marL="1828891" indent="0">
              <a:buNone/>
              <a:defRPr sz="1333"/>
            </a:lvl7pPr>
            <a:lvl8pPr marL="2133707" indent="0">
              <a:buNone/>
              <a:defRPr sz="1333"/>
            </a:lvl8pPr>
            <a:lvl9pPr marL="2438522" indent="0">
              <a:buNone/>
              <a:defRPr sz="1333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371600"/>
            <a:ext cx="2064425" cy="2541059"/>
          </a:xfrm>
        </p:spPr>
        <p:txBody>
          <a:bodyPr/>
          <a:lstStyle>
            <a:lvl1pPr marL="0" indent="0">
              <a:buNone/>
              <a:defRPr sz="1067"/>
            </a:lvl1pPr>
            <a:lvl2pPr marL="304815" indent="0">
              <a:buNone/>
              <a:defRPr sz="933"/>
            </a:lvl2pPr>
            <a:lvl3pPr marL="609630" indent="0">
              <a:buNone/>
              <a:defRPr sz="800"/>
            </a:lvl3pPr>
            <a:lvl4pPr marL="914446" indent="0">
              <a:buNone/>
              <a:defRPr sz="667"/>
            </a:lvl4pPr>
            <a:lvl5pPr marL="1219261" indent="0">
              <a:buNone/>
              <a:defRPr sz="667"/>
            </a:lvl5pPr>
            <a:lvl6pPr marL="1524076" indent="0">
              <a:buNone/>
              <a:defRPr sz="667"/>
            </a:lvl6pPr>
            <a:lvl7pPr marL="1828891" indent="0">
              <a:buNone/>
              <a:defRPr sz="667"/>
            </a:lvl7pPr>
            <a:lvl8pPr marL="2133707" indent="0">
              <a:buNone/>
              <a:defRPr sz="667"/>
            </a:lvl8pPr>
            <a:lvl9pPr marL="2438522" indent="0">
              <a:buNone/>
              <a:defRPr sz="66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6518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748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3" y="243416"/>
            <a:ext cx="1380173" cy="387455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243416"/>
            <a:ext cx="4060508" cy="387455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2750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243417"/>
            <a:ext cx="5520690" cy="8837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1217083"/>
            <a:ext cx="5520690" cy="29008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289AAA1-CD3E-6343-8C47-490C1B21047E}" type="datetimeFigureOut">
              <a:rPr lang="en-US" smtClean="0"/>
              <a:t>6/17/26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4237568"/>
            <a:ext cx="216027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4237568"/>
            <a:ext cx="144018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ABB3F-0FEC-2446-A60C-84146C02C74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463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D7AEF48-82C2-93BA-0720-70CA364FDA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6400800" cy="4572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F6C405-0301-9E99-477C-A9E0EE61191E}"/>
              </a:ext>
            </a:extLst>
          </p:cNvPr>
          <p:cNvSpPr/>
          <p:nvPr/>
        </p:nvSpPr>
        <p:spPr>
          <a:xfrm>
            <a:off x="892885" y="317352"/>
            <a:ext cx="2162287" cy="215444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D5DA105-2B83-834F-0571-C4D2350BE47C}"/>
              </a:ext>
            </a:extLst>
          </p:cNvPr>
          <p:cNvSpPr/>
          <p:nvPr/>
        </p:nvSpPr>
        <p:spPr>
          <a:xfrm>
            <a:off x="3248809" y="317351"/>
            <a:ext cx="2834640" cy="215445"/>
          </a:xfrm>
          <a:prstGeom prst="rect">
            <a:avLst/>
          </a:prstGeom>
          <a:noFill/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0D3C6E-F87A-5FAF-0176-6C7516F02238}"/>
              </a:ext>
            </a:extLst>
          </p:cNvPr>
          <p:cNvSpPr txBox="1"/>
          <p:nvPr/>
        </p:nvSpPr>
        <p:spPr>
          <a:xfrm>
            <a:off x="1644450" y="129091"/>
            <a:ext cx="65915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Genotype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CE2799-467C-E103-D784-C290540C2E8B}"/>
              </a:ext>
            </a:extLst>
          </p:cNvPr>
          <p:cNvSpPr txBox="1"/>
          <p:nvPr/>
        </p:nvSpPr>
        <p:spPr>
          <a:xfrm>
            <a:off x="4421510" y="134180"/>
            <a:ext cx="48923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800" b="1" dirty="0">
                <a:latin typeface="Helvetica" pitchFamily="2" charset="0"/>
              </a:rPr>
              <a:t>Phase</a:t>
            </a:r>
          </a:p>
        </p:txBody>
      </p:sp>
    </p:spTree>
    <p:extLst>
      <p:ext uri="{BB962C8B-B14F-4D97-AF65-F5344CB8AC3E}">
        <p14:creationId xmlns:p14="http://schemas.microsoft.com/office/powerpoint/2010/main" val="25062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</TotalTime>
  <Words>2</Words>
  <Application>Microsoft Macintosh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Elizabeth S Duan</dc:creator>
  <cp:lastModifiedBy>Elizabeth S Duan</cp:lastModifiedBy>
  <cp:revision>2</cp:revision>
  <dcterms:created xsi:type="dcterms:W3CDTF">2026-06-01T18:05:54Z</dcterms:created>
  <dcterms:modified xsi:type="dcterms:W3CDTF">2026-06-17T20:29:04Z</dcterms:modified>
</cp:coreProperties>
</file>