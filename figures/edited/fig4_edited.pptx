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640080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35"/>
  </p:normalViewPr>
  <p:slideViewPr>
    <p:cSldViewPr snapToGrid="0">
      <p:cViewPr>
        <p:scale>
          <a:sx n="158" d="100"/>
          <a:sy n="158" d="100"/>
        </p:scale>
        <p:origin x="15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748242"/>
            <a:ext cx="5440680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2401359"/>
            <a:ext cx="4800600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89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35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139826"/>
            <a:ext cx="5520690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3059643"/>
            <a:ext cx="5520690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952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1217083"/>
            <a:ext cx="272034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1217083"/>
            <a:ext cx="272034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604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243417"/>
            <a:ext cx="5520690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120775"/>
            <a:ext cx="2707838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1670050"/>
            <a:ext cx="2707838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120775"/>
            <a:ext cx="2721174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1670050"/>
            <a:ext cx="2721174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50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599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710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04800"/>
            <a:ext cx="206442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658284"/>
            <a:ext cx="3240405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371600"/>
            <a:ext cx="206442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073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304800"/>
            <a:ext cx="206442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658284"/>
            <a:ext cx="3240405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1371600"/>
            <a:ext cx="206442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51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748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243416"/>
            <a:ext cx="1380173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243416"/>
            <a:ext cx="4060508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75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243417"/>
            <a:ext cx="5520690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1217083"/>
            <a:ext cx="5520690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4237568"/>
            <a:ext cx="144018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9AAA1-CD3E-6343-8C47-490C1B21047E}" type="datetimeFigureOut">
              <a:rPr lang="en-US" smtClean="0"/>
              <a:t>6/1/26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4237568"/>
            <a:ext cx="216027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4237568"/>
            <a:ext cx="144018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BABB3F-0FEC-2446-A60C-84146C02C7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4636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7AEF48-82C2-93BA-0720-70CA364FDA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00800" cy="4572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7F6C405-0301-9E99-477C-A9E0EE61191E}"/>
              </a:ext>
            </a:extLst>
          </p:cNvPr>
          <p:cNvSpPr/>
          <p:nvPr/>
        </p:nvSpPr>
        <p:spPr>
          <a:xfrm>
            <a:off x="892885" y="317352"/>
            <a:ext cx="2162287" cy="215444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5DA105-2B83-834F-0571-C4D2350BE47C}"/>
              </a:ext>
            </a:extLst>
          </p:cNvPr>
          <p:cNvSpPr/>
          <p:nvPr/>
        </p:nvSpPr>
        <p:spPr>
          <a:xfrm>
            <a:off x="3248809" y="317351"/>
            <a:ext cx="2834640" cy="215445"/>
          </a:xfrm>
          <a:prstGeom prst="rect">
            <a:avLst/>
          </a:prstGeom>
          <a:noFill/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0D3C6E-F87A-5FAF-0176-6C7516F02238}"/>
              </a:ext>
            </a:extLst>
          </p:cNvPr>
          <p:cNvSpPr txBox="1"/>
          <p:nvPr/>
        </p:nvSpPr>
        <p:spPr>
          <a:xfrm>
            <a:off x="1644450" y="129091"/>
            <a:ext cx="6591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latin typeface="Helvetica" pitchFamily="2" charset="0"/>
              </a:rPr>
              <a:t>Genotype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CE2799-467C-E103-D784-C290540C2E8B}"/>
              </a:ext>
            </a:extLst>
          </p:cNvPr>
          <p:cNvSpPr txBox="1"/>
          <p:nvPr/>
        </p:nvSpPr>
        <p:spPr>
          <a:xfrm>
            <a:off x="4421510" y="134180"/>
            <a:ext cx="4892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latin typeface="Helvetica" pitchFamily="2" charset="0"/>
              </a:rPr>
              <a:t>Phase</a:t>
            </a:r>
          </a:p>
        </p:txBody>
      </p:sp>
    </p:spTree>
    <p:extLst>
      <p:ext uri="{BB962C8B-B14F-4D97-AF65-F5344CB8AC3E}">
        <p14:creationId xmlns:p14="http://schemas.microsoft.com/office/powerpoint/2010/main" val="25062842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1</cp:revision>
  <dcterms:created xsi:type="dcterms:W3CDTF">2026-06-01T18:05:54Z</dcterms:created>
  <dcterms:modified xsi:type="dcterms:W3CDTF">2026-06-01T18:08:58Z</dcterms:modified>
</cp:coreProperties>
</file>