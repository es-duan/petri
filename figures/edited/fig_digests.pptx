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notesMasterIdLst>
    <p:notesMasterId r:id="rId3"/>
  </p:notesMasterIdLst>
  <p:sldIdLst>
    <p:sldId id="256" r:id="rId2"/>
  </p:sldIdLst>
  <p:sldSz cx="8778875" cy="4919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/>
    <p:restoredTop sz="94420"/>
  </p:normalViewPr>
  <p:slideViewPr>
    <p:cSldViewPr snapToGrid="0">
      <p:cViewPr varScale="1">
        <p:scale>
          <a:sx n="155" d="100"/>
          <a:sy n="155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55BB0-046D-3143-A041-619C19536AFD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6275" y="1143000"/>
            <a:ext cx="5505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47AD4-8602-744D-B5EE-995203AB7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0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1pPr>
    <a:lvl2pPr marL="313305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2pPr>
    <a:lvl3pPr marL="626609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3pPr>
    <a:lvl4pPr marL="939914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4pPr>
    <a:lvl5pPr marL="1253220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5pPr>
    <a:lvl6pPr marL="1566524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6pPr>
    <a:lvl7pPr marL="1879830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7pPr>
    <a:lvl8pPr marL="2193135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8pPr>
    <a:lvl9pPr marL="2506440" algn="l" defTabSz="626609" rtl="0" eaLnBrk="1" latinLnBrk="0" hangingPunct="1">
      <a:defRPr sz="82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6275" y="1143000"/>
            <a:ext cx="55054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47AD4-8602-744D-B5EE-995203AB7B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7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360" y="805139"/>
            <a:ext cx="6584156" cy="1712772"/>
          </a:xfrm>
        </p:spPr>
        <p:txBody>
          <a:bodyPr anchor="b"/>
          <a:lstStyle>
            <a:lvl1pPr algn="ctr">
              <a:defRPr sz="4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360" y="2583962"/>
            <a:ext cx="6584156" cy="1187779"/>
          </a:xfrm>
        </p:spPr>
        <p:txBody>
          <a:bodyPr/>
          <a:lstStyle>
            <a:lvl1pPr marL="0" indent="0" algn="ctr">
              <a:buNone/>
              <a:defRPr sz="1722"/>
            </a:lvl1pPr>
            <a:lvl2pPr marL="327995" indent="0" algn="ctr">
              <a:buNone/>
              <a:defRPr sz="1435"/>
            </a:lvl2pPr>
            <a:lvl3pPr marL="655991" indent="0" algn="ctr">
              <a:buNone/>
              <a:defRPr sz="1291"/>
            </a:lvl3pPr>
            <a:lvl4pPr marL="983986" indent="0" algn="ctr">
              <a:buNone/>
              <a:defRPr sz="1148"/>
            </a:lvl4pPr>
            <a:lvl5pPr marL="1311981" indent="0" algn="ctr">
              <a:buNone/>
              <a:defRPr sz="1148"/>
            </a:lvl5pPr>
            <a:lvl6pPr marL="1639976" indent="0" algn="ctr">
              <a:buNone/>
              <a:defRPr sz="1148"/>
            </a:lvl6pPr>
            <a:lvl7pPr marL="1967972" indent="0" algn="ctr">
              <a:buNone/>
              <a:defRPr sz="1148"/>
            </a:lvl7pPr>
            <a:lvl8pPr marL="2295967" indent="0" algn="ctr">
              <a:buNone/>
              <a:defRPr sz="1148"/>
            </a:lvl8pPr>
            <a:lvl9pPr marL="2623962" indent="0" algn="ctr">
              <a:buNone/>
              <a:defRPr sz="11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9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52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975" y="1226500"/>
            <a:ext cx="7571780" cy="2046443"/>
          </a:xfrm>
        </p:spPr>
        <p:txBody>
          <a:bodyPr anchor="b"/>
          <a:lstStyle>
            <a:lvl1pPr>
              <a:defRPr sz="4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975" y="3292303"/>
            <a:ext cx="7571780" cy="1076176"/>
          </a:xfrm>
        </p:spPr>
        <p:txBody>
          <a:bodyPr/>
          <a:lstStyle>
            <a:lvl1pPr marL="0" indent="0">
              <a:buNone/>
              <a:defRPr sz="1722">
                <a:solidFill>
                  <a:schemeClr val="tx1">
                    <a:tint val="82000"/>
                  </a:schemeClr>
                </a:solidFill>
              </a:defRPr>
            </a:lvl1pPr>
            <a:lvl2pPr marL="327995" indent="0">
              <a:buNone/>
              <a:defRPr sz="1435">
                <a:solidFill>
                  <a:schemeClr val="tx1">
                    <a:tint val="82000"/>
                  </a:schemeClr>
                </a:solidFill>
              </a:defRPr>
            </a:lvl2pPr>
            <a:lvl3pPr marL="655991" indent="0">
              <a:buNone/>
              <a:defRPr sz="1291">
                <a:solidFill>
                  <a:schemeClr val="tx1">
                    <a:tint val="82000"/>
                  </a:schemeClr>
                </a:solidFill>
              </a:defRPr>
            </a:lvl3pPr>
            <a:lvl4pPr marL="983986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4pPr>
            <a:lvl5pPr marL="1311981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5pPr>
            <a:lvl6pPr marL="1639976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6pPr>
            <a:lvl7pPr marL="1967972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7pPr>
            <a:lvl8pPr marL="2295967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8pPr>
            <a:lvl9pPr marL="2623962" indent="0">
              <a:buNone/>
              <a:defRPr sz="11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1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548" y="1309633"/>
            <a:ext cx="3731022" cy="3121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44305" y="1309633"/>
            <a:ext cx="3731022" cy="3121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6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91" y="261927"/>
            <a:ext cx="7571780" cy="9509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4692" y="1206001"/>
            <a:ext cx="3713875" cy="591042"/>
          </a:xfrm>
        </p:spPr>
        <p:txBody>
          <a:bodyPr anchor="b"/>
          <a:lstStyle>
            <a:lvl1pPr marL="0" indent="0">
              <a:buNone/>
              <a:defRPr sz="1722" b="1"/>
            </a:lvl1pPr>
            <a:lvl2pPr marL="327995" indent="0">
              <a:buNone/>
              <a:defRPr sz="1435" b="1"/>
            </a:lvl2pPr>
            <a:lvl3pPr marL="655991" indent="0">
              <a:buNone/>
              <a:defRPr sz="1291" b="1"/>
            </a:lvl3pPr>
            <a:lvl4pPr marL="983986" indent="0">
              <a:buNone/>
              <a:defRPr sz="1148" b="1"/>
            </a:lvl4pPr>
            <a:lvl5pPr marL="1311981" indent="0">
              <a:buNone/>
              <a:defRPr sz="1148" b="1"/>
            </a:lvl5pPr>
            <a:lvl6pPr marL="1639976" indent="0">
              <a:buNone/>
              <a:defRPr sz="1148" b="1"/>
            </a:lvl6pPr>
            <a:lvl7pPr marL="1967972" indent="0">
              <a:buNone/>
              <a:defRPr sz="1148" b="1"/>
            </a:lvl7pPr>
            <a:lvl8pPr marL="2295967" indent="0">
              <a:buNone/>
              <a:defRPr sz="1148" b="1"/>
            </a:lvl8pPr>
            <a:lvl9pPr marL="2623962" indent="0">
              <a:buNone/>
              <a:defRPr sz="11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692" y="1797044"/>
            <a:ext cx="3713875" cy="2643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306" y="1206001"/>
            <a:ext cx="3732165" cy="591042"/>
          </a:xfrm>
        </p:spPr>
        <p:txBody>
          <a:bodyPr anchor="b"/>
          <a:lstStyle>
            <a:lvl1pPr marL="0" indent="0">
              <a:buNone/>
              <a:defRPr sz="1722" b="1"/>
            </a:lvl1pPr>
            <a:lvl2pPr marL="327995" indent="0">
              <a:buNone/>
              <a:defRPr sz="1435" b="1"/>
            </a:lvl2pPr>
            <a:lvl3pPr marL="655991" indent="0">
              <a:buNone/>
              <a:defRPr sz="1291" b="1"/>
            </a:lvl3pPr>
            <a:lvl4pPr marL="983986" indent="0">
              <a:buNone/>
              <a:defRPr sz="1148" b="1"/>
            </a:lvl4pPr>
            <a:lvl5pPr marL="1311981" indent="0">
              <a:buNone/>
              <a:defRPr sz="1148" b="1"/>
            </a:lvl5pPr>
            <a:lvl6pPr marL="1639976" indent="0">
              <a:buNone/>
              <a:defRPr sz="1148" b="1"/>
            </a:lvl6pPr>
            <a:lvl7pPr marL="1967972" indent="0">
              <a:buNone/>
              <a:defRPr sz="1148" b="1"/>
            </a:lvl7pPr>
            <a:lvl8pPr marL="2295967" indent="0">
              <a:buNone/>
              <a:defRPr sz="1148" b="1"/>
            </a:lvl8pPr>
            <a:lvl9pPr marL="2623962" indent="0">
              <a:buNone/>
              <a:defRPr sz="11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44306" y="1797044"/>
            <a:ext cx="3732165" cy="2643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8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18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6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92" y="327978"/>
            <a:ext cx="2831415" cy="1147921"/>
          </a:xfrm>
        </p:spPr>
        <p:txBody>
          <a:bodyPr anchor="b"/>
          <a:lstStyle>
            <a:lvl1pPr>
              <a:defRPr sz="22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166" y="708341"/>
            <a:ext cx="4444305" cy="3496149"/>
          </a:xfrm>
        </p:spPr>
        <p:txBody>
          <a:bodyPr/>
          <a:lstStyle>
            <a:lvl1pPr>
              <a:defRPr sz="2296"/>
            </a:lvl1pPr>
            <a:lvl2pPr>
              <a:defRPr sz="2009"/>
            </a:lvl2pPr>
            <a:lvl3pPr>
              <a:defRPr sz="1722"/>
            </a:lvl3pPr>
            <a:lvl4pPr>
              <a:defRPr sz="1435"/>
            </a:lvl4pPr>
            <a:lvl5pPr>
              <a:defRPr sz="1435"/>
            </a:lvl5pPr>
            <a:lvl6pPr>
              <a:defRPr sz="1435"/>
            </a:lvl6pPr>
            <a:lvl7pPr>
              <a:defRPr sz="1435"/>
            </a:lvl7pPr>
            <a:lvl8pPr>
              <a:defRPr sz="1435"/>
            </a:lvl8pPr>
            <a:lvl9pPr>
              <a:defRPr sz="14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4692" y="1475899"/>
            <a:ext cx="2831415" cy="2734285"/>
          </a:xfrm>
        </p:spPr>
        <p:txBody>
          <a:bodyPr/>
          <a:lstStyle>
            <a:lvl1pPr marL="0" indent="0">
              <a:buNone/>
              <a:defRPr sz="1148"/>
            </a:lvl1pPr>
            <a:lvl2pPr marL="327995" indent="0">
              <a:buNone/>
              <a:defRPr sz="1004"/>
            </a:lvl2pPr>
            <a:lvl3pPr marL="655991" indent="0">
              <a:buNone/>
              <a:defRPr sz="861"/>
            </a:lvl3pPr>
            <a:lvl4pPr marL="983986" indent="0">
              <a:buNone/>
              <a:defRPr sz="717"/>
            </a:lvl4pPr>
            <a:lvl5pPr marL="1311981" indent="0">
              <a:buNone/>
              <a:defRPr sz="717"/>
            </a:lvl5pPr>
            <a:lvl6pPr marL="1639976" indent="0">
              <a:buNone/>
              <a:defRPr sz="717"/>
            </a:lvl6pPr>
            <a:lvl7pPr marL="1967972" indent="0">
              <a:buNone/>
              <a:defRPr sz="717"/>
            </a:lvl7pPr>
            <a:lvl8pPr marL="2295967" indent="0">
              <a:buNone/>
              <a:defRPr sz="717"/>
            </a:lvl8pPr>
            <a:lvl9pPr marL="2623962" indent="0">
              <a:buNone/>
              <a:defRPr sz="7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73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92" y="327978"/>
            <a:ext cx="2831415" cy="1147921"/>
          </a:xfrm>
        </p:spPr>
        <p:txBody>
          <a:bodyPr anchor="b"/>
          <a:lstStyle>
            <a:lvl1pPr>
              <a:defRPr sz="22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32166" y="708341"/>
            <a:ext cx="4444305" cy="3496149"/>
          </a:xfrm>
        </p:spPr>
        <p:txBody>
          <a:bodyPr anchor="t"/>
          <a:lstStyle>
            <a:lvl1pPr marL="0" indent="0">
              <a:buNone/>
              <a:defRPr sz="2296"/>
            </a:lvl1pPr>
            <a:lvl2pPr marL="327995" indent="0">
              <a:buNone/>
              <a:defRPr sz="2009"/>
            </a:lvl2pPr>
            <a:lvl3pPr marL="655991" indent="0">
              <a:buNone/>
              <a:defRPr sz="1722"/>
            </a:lvl3pPr>
            <a:lvl4pPr marL="983986" indent="0">
              <a:buNone/>
              <a:defRPr sz="1435"/>
            </a:lvl4pPr>
            <a:lvl5pPr marL="1311981" indent="0">
              <a:buNone/>
              <a:defRPr sz="1435"/>
            </a:lvl5pPr>
            <a:lvl6pPr marL="1639976" indent="0">
              <a:buNone/>
              <a:defRPr sz="1435"/>
            </a:lvl6pPr>
            <a:lvl7pPr marL="1967972" indent="0">
              <a:buNone/>
              <a:defRPr sz="1435"/>
            </a:lvl7pPr>
            <a:lvl8pPr marL="2295967" indent="0">
              <a:buNone/>
              <a:defRPr sz="1435"/>
            </a:lvl8pPr>
            <a:lvl9pPr marL="2623962" indent="0">
              <a:buNone/>
              <a:defRPr sz="143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4692" y="1475899"/>
            <a:ext cx="2831415" cy="2734285"/>
          </a:xfrm>
        </p:spPr>
        <p:txBody>
          <a:bodyPr/>
          <a:lstStyle>
            <a:lvl1pPr marL="0" indent="0">
              <a:buNone/>
              <a:defRPr sz="1148"/>
            </a:lvl1pPr>
            <a:lvl2pPr marL="327995" indent="0">
              <a:buNone/>
              <a:defRPr sz="1004"/>
            </a:lvl2pPr>
            <a:lvl3pPr marL="655991" indent="0">
              <a:buNone/>
              <a:defRPr sz="861"/>
            </a:lvl3pPr>
            <a:lvl4pPr marL="983986" indent="0">
              <a:buNone/>
              <a:defRPr sz="717"/>
            </a:lvl4pPr>
            <a:lvl5pPr marL="1311981" indent="0">
              <a:buNone/>
              <a:defRPr sz="717"/>
            </a:lvl5pPr>
            <a:lvl6pPr marL="1639976" indent="0">
              <a:buNone/>
              <a:defRPr sz="717"/>
            </a:lvl6pPr>
            <a:lvl7pPr marL="1967972" indent="0">
              <a:buNone/>
              <a:defRPr sz="717"/>
            </a:lvl7pPr>
            <a:lvl8pPr marL="2295967" indent="0">
              <a:buNone/>
              <a:defRPr sz="717"/>
            </a:lvl8pPr>
            <a:lvl9pPr marL="2623962" indent="0">
              <a:buNone/>
              <a:defRPr sz="71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5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7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82382" y="261926"/>
            <a:ext cx="1892945" cy="416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548" y="261926"/>
            <a:ext cx="5569099" cy="416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0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3548" y="261927"/>
            <a:ext cx="7571780" cy="95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548" y="1309633"/>
            <a:ext cx="7571780" cy="3121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48" y="4559799"/>
            <a:ext cx="1975247" cy="261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1580A-2291-4449-AD5A-70C0796B9DB9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8003" y="4559799"/>
            <a:ext cx="2962870" cy="261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00080" y="4559799"/>
            <a:ext cx="1975247" cy="261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78851-6BE9-5148-9A6A-651336797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655991" rtl="0" eaLnBrk="1" latinLnBrk="0" hangingPunct="1">
        <a:lnSpc>
          <a:spcPct val="90000"/>
        </a:lnSpc>
        <a:spcBef>
          <a:spcPct val="0"/>
        </a:spcBef>
        <a:buNone/>
        <a:defRPr sz="31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998" indent="-163998" algn="l" defTabSz="655991" rtl="0" eaLnBrk="1" latinLnBrk="0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9" kern="1200">
          <a:solidFill>
            <a:schemeClr val="tx1"/>
          </a:solidFill>
          <a:latin typeface="+mn-lt"/>
          <a:ea typeface="+mn-ea"/>
          <a:cs typeface="+mn-cs"/>
        </a:defRPr>
      </a:lvl1pPr>
      <a:lvl2pPr marL="491993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722" kern="1200">
          <a:solidFill>
            <a:schemeClr val="tx1"/>
          </a:solidFill>
          <a:latin typeface="+mn-lt"/>
          <a:ea typeface="+mn-ea"/>
          <a:cs typeface="+mn-cs"/>
        </a:defRPr>
      </a:lvl2pPr>
      <a:lvl3pPr marL="819988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3pPr>
      <a:lvl4pPr marL="1147983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1" kern="1200">
          <a:solidFill>
            <a:schemeClr val="tx1"/>
          </a:solidFill>
          <a:latin typeface="+mn-lt"/>
          <a:ea typeface="+mn-ea"/>
          <a:cs typeface="+mn-cs"/>
        </a:defRPr>
      </a:lvl4pPr>
      <a:lvl5pPr marL="1475979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1" kern="1200">
          <a:solidFill>
            <a:schemeClr val="tx1"/>
          </a:solidFill>
          <a:latin typeface="+mn-lt"/>
          <a:ea typeface="+mn-ea"/>
          <a:cs typeface="+mn-cs"/>
        </a:defRPr>
      </a:lvl5pPr>
      <a:lvl6pPr marL="1803974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1" kern="1200">
          <a:solidFill>
            <a:schemeClr val="tx1"/>
          </a:solidFill>
          <a:latin typeface="+mn-lt"/>
          <a:ea typeface="+mn-ea"/>
          <a:cs typeface="+mn-cs"/>
        </a:defRPr>
      </a:lvl6pPr>
      <a:lvl7pPr marL="2131969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1" kern="1200">
          <a:solidFill>
            <a:schemeClr val="tx1"/>
          </a:solidFill>
          <a:latin typeface="+mn-lt"/>
          <a:ea typeface="+mn-ea"/>
          <a:cs typeface="+mn-cs"/>
        </a:defRPr>
      </a:lvl7pPr>
      <a:lvl8pPr marL="2459965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1" kern="1200">
          <a:solidFill>
            <a:schemeClr val="tx1"/>
          </a:solidFill>
          <a:latin typeface="+mn-lt"/>
          <a:ea typeface="+mn-ea"/>
          <a:cs typeface="+mn-cs"/>
        </a:defRPr>
      </a:lvl8pPr>
      <a:lvl9pPr marL="2787960" indent="-163998" algn="l" defTabSz="65599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1pPr>
      <a:lvl2pPr marL="327995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2pPr>
      <a:lvl3pPr marL="655991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3pPr>
      <a:lvl4pPr marL="983986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4pPr>
      <a:lvl5pPr marL="1311981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5pPr>
      <a:lvl6pPr marL="1639976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6pPr>
      <a:lvl7pPr marL="1967972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7pPr>
      <a:lvl8pPr marL="2295967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8pPr>
      <a:lvl9pPr marL="2623962" algn="l" defTabSz="655991" rtl="0" eaLnBrk="1" latinLnBrk="0" hangingPunct="1">
        <a:defRPr sz="12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7C3E6F-1F08-5F80-8633-A88092F555CD}"/>
              </a:ext>
            </a:extLst>
          </p:cNvPr>
          <p:cNvSpPr/>
          <p:nvPr/>
        </p:nvSpPr>
        <p:spPr>
          <a:xfrm>
            <a:off x="-6" y="2910136"/>
            <a:ext cx="3372596" cy="1999561"/>
          </a:xfrm>
          <a:prstGeom prst="rect">
            <a:avLst/>
          </a:prstGeom>
          <a:noFill/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18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6788E4-0B88-237D-1741-29D3813970A3}"/>
              </a:ext>
            </a:extLst>
          </p:cNvPr>
          <p:cNvSpPr txBox="1"/>
          <p:nvPr/>
        </p:nvSpPr>
        <p:spPr>
          <a:xfrm>
            <a:off x="4125" y="2910130"/>
            <a:ext cx="343364" cy="356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18" dirty="0">
                <a:latin typeface="Helvetica" pitchFamily="2" charset="0"/>
              </a:rPr>
              <a:t>D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ED3C665-920F-C83C-50A8-8C56C4776039}"/>
              </a:ext>
            </a:extLst>
          </p:cNvPr>
          <p:cNvGrpSpPr/>
          <p:nvPr/>
        </p:nvGrpSpPr>
        <p:grpSpPr>
          <a:xfrm>
            <a:off x="522842" y="3091563"/>
            <a:ext cx="2435151" cy="623721"/>
            <a:chOff x="509716" y="2829580"/>
            <a:chExt cx="2800814" cy="63898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DA4FEB1-A2C5-54F5-157C-4CA0587EA6E8}"/>
                </a:ext>
              </a:extLst>
            </p:cNvPr>
            <p:cNvSpPr/>
            <p:nvPr/>
          </p:nvSpPr>
          <p:spPr>
            <a:xfrm>
              <a:off x="509716" y="2829580"/>
              <a:ext cx="2800814" cy="26221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18"/>
            </a:p>
          </p:txBody>
        </p:sp>
        <p:sp>
          <p:nvSpPr>
            <p:cNvPr id="23" name="Pentagon 22">
              <a:extLst>
                <a:ext uri="{FF2B5EF4-FFF2-40B4-BE49-F238E27FC236}">
                  <a16:creationId xmlns:a16="http://schemas.microsoft.com/office/drawing/2014/main" id="{4048750C-AA45-8804-2E91-64313E6921D5}"/>
                </a:ext>
              </a:extLst>
            </p:cNvPr>
            <p:cNvSpPr/>
            <p:nvPr/>
          </p:nvSpPr>
          <p:spPr>
            <a:xfrm>
              <a:off x="753676" y="2829580"/>
              <a:ext cx="2312894" cy="262218"/>
            </a:xfrm>
            <a:prstGeom prst="homePlate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27" i="1" dirty="0" err="1">
                  <a:solidFill>
                    <a:schemeClr val="tx1"/>
                  </a:solidFill>
                </a:rPr>
                <a:t>trbC</a:t>
              </a:r>
              <a:endParaRPr lang="en-US" sz="1527" i="1" dirty="0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26C1D5-D292-CB0F-91D0-B7433287A4C3}"/>
                </a:ext>
              </a:extLst>
            </p:cNvPr>
            <p:cNvSpPr txBox="1"/>
            <p:nvPr/>
          </p:nvSpPr>
          <p:spPr>
            <a:xfrm>
              <a:off x="703802" y="3187241"/>
              <a:ext cx="747018" cy="281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45" dirty="0">
                  <a:latin typeface="Helvetica" pitchFamily="2" charset="0"/>
                </a:rPr>
                <a:t>111 bp</a:t>
              </a:r>
            </a:p>
          </p:txBody>
        </p:sp>
        <p:sp>
          <p:nvSpPr>
            <p:cNvPr id="27" name="Triangle 26">
              <a:extLst>
                <a:ext uri="{FF2B5EF4-FFF2-40B4-BE49-F238E27FC236}">
                  <a16:creationId xmlns:a16="http://schemas.microsoft.com/office/drawing/2014/main" id="{FF7AF54A-08B3-4755-47A7-2DB78A3CC4BA}"/>
                </a:ext>
              </a:extLst>
            </p:cNvPr>
            <p:cNvSpPr/>
            <p:nvPr/>
          </p:nvSpPr>
          <p:spPr>
            <a:xfrm>
              <a:off x="1033777" y="3113546"/>
              <a:ext cx="120203" cy="103623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18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2A9EA4-9D83-7FB2-4B5E-7F729F361B65}"/>
              </a:ext>
            </a:extLst>
          </p:cNvPr>
          <p:cNvGrpSpPr/>
          <p:nvPr/>
        </p:nvGrpSpPr>
        <p:grpSpPr>
          <a:xfrm>
            <a:off x="151769" y="3893318"/>
            <a:ext cx="1478443" cy="900925"/>
            <a:chOff x="234074" y="3463579"/>
            <a:chExt cx="1514621" cy="92297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73C4B3-B837-53F6-C0CF-8CD7B1B6BE89}"/>
                </a:ext>
              </a:extLst>
            </p:cNvPr>
            <p:cNvSpPr/>
            <p:nvPr/>
          </p:nvSpPr>
          <p:spPr>
            <a:xfrm>
              <a:off x="234074" y="3463579"/>
              <a:ext cx="1514621" cy="9220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18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249AA2-FA29-214C-ECAF-54EE6E77AC26}"/>
                </a:ext>
              </a:extLst>
            </p:cNvPr>
            <p:cNvSpPr txBox="1"/>
            <p:nvPr/>
          </p:nvSpPr>
          <p:spPr>
            <a:xfrm>
              <a:off x="331353" y="3823893"/>
              <a:ext cx="1316625" cy="343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64" dirty="0">
                  <a:latin typeface="Helvetica" pitchFamily="2" charset="0"/>
                </a:rPr>
                <a:t>TC</a:t>
              </a:r>
              <a:r>
                <a:rPr lang="en-US" sz="764" dirty="0">
                  <a:solidFill>
                    <a:srgbClr val="C00000"/>
                  </a:solidFill>
                  <a:latin typeface="Helvetica" pitchFamily="2" charset="0"/>
                </a:rPr>
                <a:t>GCCCTCCTGGC</a:t>
              </a:r>
              <a:r>
                <a:rPr lang="en-US" sz="764" dirty="0">
                  <a:latin typeface="Helvetica" pitchFamily="2" charset="0"/>
                </a:rPr>
                <a:t>GT</a:t>
              </a:r>
            </a:p>
            <a:p>
              <a:pPr algn="ctr"/>
              <a:r>
                <a:rPr lang="en-US" sz="764" dirty="0">
                  <a:latin typeface="Helvetica" pitchFamily="2" charset="0"/>
                </a:rPr>
                <a:t>AG</a:t>
              </a:r>
              <a:r>
                <a:rPr lang="en-US" sz="764" dirty="0">
                  <a:solidFill>
                    <a:srgbClr val="C00000"/>
                  </a:solidFill>
                  <a:latin typeface="Helvetica" pitchFamily="2" charset="0"/>
                </a:rPr>
                <a:t>CGGGAGGACCG</a:t>
              </a:r>
              <a:r>
                <a:rPr lang="en-US" sz="764" dirty="0">
                  <a:latin typeface="Helvetica" pitchFamily="2" charset="0"/>
                </a:rPr>
                <a:t>CA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3689858-45F4-1501-F9BD-78CB5DC86FAE}"/>
                </a:ext>
              </a:extLst>
            </p:cNvPr>
            <p:cNvSpPr/>
            <p:nvPr/>
          </p:nvSpPr>
          <p:spPr>
            <a:xfrm>
              <a:off x="355608" y="3517454"/>
              <a:ext cx="1271553" cy="27699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36">
                  <a:latin typeface="Helvetica" pitchFamily="2" charset="0"/>
                </a:rPr>
                <a:t>X (Ancestor)</a:t>
              </a:r>
              <a:endParaRPr lang="en-US" sz="1336" dirty="0">
                <a:latin typeface="Helvetica" pitchFamily="2" charset="0"/>
              </a:endParaRPr>
            </a:p>
          </p:txBody>
        </p: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83E9EF93-47F3-8D1D-2E20-9185925183F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20566" y="3881456"/>
              <a:ext cx="324861" cy="221760"/>
            </a:xfrm>
            <a:prstGeom prst="bentConnector3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EF2105C-3914-678E-7CAB-A8317618E3ED}"/>
                </a:ext>
              </a:extLst>
            </p:cNvPr>
            <p:cNvSpPr txBox="1"/>
            <p:nvPr/>
          </p:nvSpPr>
          <p:spPr>
            <a:xfrm>
              <a:off x="310536" y="4135859"/>
              <a:ext cx="1361698" cy="250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55" dirty="0" err="1">
                  <a:solidFill>
                    <a:srgbClr val="C00000"/>
                  </a:solidFill>
                  <a:latin typeface="Helvetica" pitchFamily="2" charset="0"/>
                </a:rPr>
                <a:t>BglI</a:t>
              </a:r>
              <a:r>
                <a:rPr lang="en-US" sz="955" dirty="0">
                  <a:solidFill>
                    <a:srgbClr val="C00000"/>
                  </a:solidFill>
                  <a:latin typeface="Helvetica" pitchFamily="2" charset="0"/>
                </a:rPr>
                <a:t> cut site present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6671D01-B0FA-22DD-D4C3-C430673CA3A6}"/>
              </a:ext>
            </a:extLst>
          </p:cNvPr>
          <p:cNvGrpSpPr/>
          <p:nvPr/>
        </p:nvGrpSpPr>
        <p:grpSpPr>
          <a:xfrm>
            <a:off x="1742388" y="3893808"/>
            <a:ext cx="1478443" cy="900925"/>
            <a:chOff x="234074" y="3463579"/>
            <a:chExt cx="1514621" cy="92297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02A0440-39B3-3F4E-E6F0-E2FB612F67ED}"/>
                </a:ext>
              </a:extLst>
            </p:cNvPr>
            <p:cNvSpPr/>
            <p:nvPr/>
          </p:nvSpPr>
          <p:spPr>
            <a:xfrm>
              <a:off x="234074" y="3463579"/>
              <a:ext cx="1514621" cy="92203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18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CF14385-9CBC-A4AA-059E-A434A7062F81}"/>
                </a:ext>
              </a:extLst>
            </p:cNvPr>
            <p:cNvSpPr txBox="1"/>
            <p:nvPr/>
          </p:nvSpPr>
          <p:spPr>
            <a:xfrm>
              <a:off x="331353" y="3823893"/>
              <a:ext cx="1316625" cy="343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64" dirty="0">
                  <a:latin typeface="Helvetica" pitchFamily="2" charset="0"/>
                </a:rPr>
                <a:t>TCGCCCTCCTGG</a:t>
              </a:r>
              <a:r>
                <a:rPr lang="en-US" sz="764" b="1" dirty="0">
                  <a:solidFill>
                    <a:schemeClr val="accent5">
                      <a:lumMod val="50000"/>
                    </a:schemeClr>
                  </a:solidFill>
                  <a:latin typeface="Helvetica" pitchFamily="2" charset="0"/>
                </a:rPr>
                <a:t>A</a:t>
              </a:r>
              <a:r>
                <a:rPr lang="en-US" sz="764" dirty="0">
                  <a:latin typeface="Helvetica" pitchFamily="2" charset="0"/>
                </a:rPr>
                <a:t>GT</a:t>
              </a:r>
            </a:p>
            <a:p>
              <a:pPr algn="ctr"/>
              <a:r>
                <a:rPr lang="en-US" sz="764" dirty="0">
                  <a:latin typeface="Helvetica" pitchFamily="2" charset="0"/>
                </a:rPr>
                <a:t>AGCGGGAGGACC</a:t>
              </a:r>
              <a:r>
                <a:rPr lang="en-US" sz="764" b="1" dirty="0">
                  <a:solidFill>
                    <a:schemeClr val="accent5">
                      <a:lumMod val="50000"/>
                    </a:schemeClr>
                  </a:solidFill>
                  <a:latin typeface="Helvetica" pitchFamily="2" charset="0"/>
                </a:rPr>
                <a:t>T</a:t>
              </a:r>
              <a:r>
                <a:rPr lang="en-US" sz="764" dirty="0">
                  <a:latin typeface="Helvetica" pitchFamily="2" charset="0"/>
                </a:rPr>
                <a:t>CA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DA774FD-D605-E890-2490-B914F0B213CD}"/>
                </a:ext>
              </a:extLst>
            </p:cNvPr>
            <p:cNvSpPr/>
            <p:nvPr/>
          </p:nvSpPr>
          <p:spPr>
            <a:xfrm>
              <a:off x="355608" y="3517454"/>
              <a:ext cx="1271553" cy="27699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36">
                  <a:latin typeface="Helvetica" pitchFamily="2" charset="0"/>
                </a:rPr>
                <a:t>Y (Mutant)</a:t>
              </a:r>
              <a:endParaRPr lang="en-US" sz="1336" dirty="0">
                <a:latin typeface="Helvetica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7D8FFA2-DF46-5243-4155-F6F6E699F686}"/>
                </a:ext>
              </a:extLst>
            </p:cNvPr>
            <p:cNvSpPr txBox="1"/>
            <p:nvPr/>
          </p:nvSpPr>
          <p:spPr>
            <a:xfrm>
              <a:off x="310536" y="4135859"/>
              <a:ext cx="1361698" cy="250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55" dirty="0" err="1">
                  <a:solidFill>
                    <a:srgbClr val="C00000"/>
                  </a:solidFill>
                  <a:latin typeface="Helvetica" pitchFamily="2" charset="0"/>
                </a:rPr>
                <a:t>BglI</a:t>
              </a:r>
              <a:r>
                <a:rPr lang="en-US" sz="955" dirty="0">
                  <a:solidFill>
                    <a:srgbClr val="C00000"/>
                  </a:solidFill>
                  <a:latin typeface="Helvetica" pitchFamily="2" charset="0"/>
                </a:rPr>
                <a:t> cut site absent</a:t>
              </a:r>
            </a:p>
          </p:txBody>
        </p: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949B0A7-D1C1-613D-ED42-7E14ACE95343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890991" y="3639084"/>
            <a:ext cx="125343" cy="254233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5C31E0F-4747-74E3-E0C9-09D40E9CE65D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1016328" y="3639078"/>
            <a:ext cx="1465276" cy="254722"/>
          </a:xfrm>
          <a:prstGeom prst="line">
            <a:avLst/>
          </a:prstGeom>
          <a:ln>
            <a:headEnd type="triangle"/>
            <a:tailEnd type="non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79349E5E-B2E6-86AF-D2CE-664B44878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804"/>
          <a:stretch>
            <a:fillRect/>
          </a:stretch>
        </p:blipFill>
        <p:spPr>
          <a:xfrm>
            <a:off x="7091764" y="2910123"/>
            <a:ext cx="1687111" cy="1999558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31205F60-F25B-FAF0-5B37-D75B448F76F8}"/>
              </a:ext>
            </a:extLst>
          </p:cNvPr>
          <p:cNvSpPr txBox="1"/>
          <p:nvPr/>
        </p:nvSpPr>
        <p:spPr>
          <a:xfrm>
            <a:off x="7085667" y="2910128"/>
            <a:ext cx="319318" cy="356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18" dirty="0">
                <a:solidFill>
                  <a:schemeClr val="bg1"/>
                </a:solidFill>
                <a:latin typeface="Helvetica" pitchFamily="2" charset="0"/>
              </a:rPr>
              <a:t>F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58C7FD0-E4FF-385D-7124-7248BF19E60B}"/>
              </a:ext>
            </a:extLst>
          </p:cNvPr>
          <p:cNvGrpSpPr/>
          <p:nvPr/>
        </p:nvGrpSpPr>
        <p:grpSpPr>
          <a:xfrm>
            <a:off x="3400838" y="2910121"/>
            <a:ext cx="3633222" cy="1999560"/>
            <a:chOff x="3400844" y="2795826"/>
            <a:chExt cx="3633222" cy="1999560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5CF6ECB-EC48-C820-0170-B85F537EB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" b="1"/>
            <a:stretch>
              <a:fillRect/>
            </a:stretch>
          </p:blipFill>
          <p:spPr>
            <a:xfrm>
              <a:off x="3448246" y="2795826"/>
              <a:ext cx="3585820" cy="199956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B62EC4E-1F40-8294-0FAF-47555DDD8387}"/>
                </a:ext>
              </a:extLst>
            </p:cNvPr>
            <p:cNvSpPr txBox="1"/>
            <p:nvPr/>
          </p:nvSpPr>
          <p:spPr>
            <a:xfrm>
              <a:off x="3457368" y="2795827"/>
              <a:ext cx="332142" cy="356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18" dirty="0">
                  <a:solidFill>
                    <a:schemeClr val="bg1"/>
                  </a:solidFill>
                  <a:latin typeface="Helvetica" pitchFamily="2" charset="0"/>
                </a:rPr>
                <a:t>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FF0AEE9-8E70-8CB0-F07E-33526C1689C0}"/>
                </a:ext>
              </a:extLst>
            </p:cNvPr>
            <p:cNvSpPr txBox="1"/>
            <p:nvPr/>
          </p:nvSpPr>
          <p:spPr>
            <a:xfrm>
              <a:off x="3405097" y="4411605"/>
              <a:ext cx="356040" cy="214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764" dirty="0">
                  <a:solidFill>
                    <a:schemeClr val="bg1"/>
                  </a:solidFill>
                  <a:latin typeface="Helvetica" pitchFamily="2" charset="0"/>
                </a:rPr>
                <a:t>100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EC502E-538B-67F9-5252-FDFB39E743BA}"/>
                </a:ext>
              </a:extLst>
            </p:cNvPr>
            <p:cNvSpPr txBox="1"/>
            <p:nvPr/>
          </p:nvSpPr>
          <p:spPr>
            <a:xfrm>
              <a:off x="3400844" y="3757813"/>
              <a:ext cx="356040" cy="2146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764" dirty="0">
                  <a:solidFill>
                    <a:schemeClr val="bg1"/>
                  </a:solidFill>
                  <a:latin typeface="Helvetica" pitchFamily="2" charset="0"/>
                </a:rPr>
                <a:t>500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41271FC-D070-599F-66BC-45F44B17A302}"/>
                </a:ext>
              </a:extLst>
            </p:cNvPr>
            <p:cNvSpPr/>
            <p:nvPr/>
          </p:nvSpPr>
          <p:spPr>
            <a:xfrm>
              <a:off x="3996326" y="3121961"/>
              <a:ext cx="287858" cy="1667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latin typeface="Helvetica" pitchFamily="2" charset="0"/>
                </a:rPr>
                <a:t>X</a:t>
              </a:r>
              <a:endParaRPr lang="en-US" sz="600" dirty="0">
                <a:latin typeface="Helvetica" pitchFamily="2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6CCB9D3-E559-F192-FFFD-5417C7C14370}"/>
                </a:ext>
              </a:extLst>
            </p:cNvPr>
            <p:cNvSpPr/>
            <p:nvPr/>
          </p:nvSpPr>
          <p:spPr>
            <a:xfrm>
              <a:off x="4309213" y="3121960"/>
              <a:ext cx="287858" cy="16671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latin typeface="Helvetica" pitchFamily="2" charset="0"/>
                </a:rPr>
                <a:t>Y</a:t>
              </a:r>
              <a:endParaRPr lang="en-US" sz="600" dirty="0">
                <a:latin typeface="Helvetica" pitchFamily="2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6AFF00E-0A7D-BC0F-C187-75C594CAE14D}"/>
                </a:ext>
              </a:extLst>
            </p:cNvPr>
            <p:cNvSpPr/>
            <p:nvPr/>
          </p:nvSpPr>
          <p:spPr>
            <a:xfrm>
              <a:off x="4622098" y="3121960"/>
              <a:ext cx="1134489" cy="1667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Helvetica" pitchFamily="2" charset="0"/>
                </a:rPr>
                <a:t>small colonies (B)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BE11812-F4D3-6A76-7290-97C245EEA3AC}"/>
                </a:ext>
              </a:extLst>
            </p:cNvPr>
            <p:cNvSpPr/>
            <p:nvPr/>
          </p:nvSpPr>
          <p:spPr>
            <a:xfrm>
              <a:off x="5811500" y="3121960"/>
              <a:ext cx="1134489" cy="1667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Helvetica" pitchFamily="2" charset="0"/>
                </a:rPr>
                <a:t>large colonies (D)</a:t>
              </a:r>
              <a:endParaRPr lang="en-US" sz="60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0C517A47-2ED4-BA6B-9087-4D5AC51BFF36}"/>
              </a:ext>
            </a:extLst>
          </p:cNvPr>
          <p:cNvSpPr/>
          <p:nvPr/>
        </p:nvSpPr>
        <p:spPr>
          <a:xfrm>
            <a:off x="7485079" y="3236262"/>
            <a:ext cx="287858" cy="1667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Helvetica" pitchFamily="2" charset="0"/>
              </a:rPr>
              <a:t>X</a:t>
            </a:r>
            <a:endParaRPr lang="en-US" sz="600" dirty="0">
              <a:latin typeface="Helvetica" pitchFamily="2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6776920-12A2-459E-2A5F-521623229D7E}"/>
              </a:ext>
            </a:extLst>
          </p:cNvPr>
          <p:cNvSpPr/>
          <p:nvPr/>
        </p:nvSpPr>
        <p:spPr>
          <a:xfrm>
            <a:off x="7797966" y="3236261"/>
            <a:ext cx="287858" cy="1667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Helvetica" pitchFamily="2" charset="0"/>
              </a:rPr>
              <a:t>Y</a:t>
            </a:r>
            <a:endParaRPr lang="en-US" sz="600" dirty="0">
              <a:latin typeface="Helvetica" pitchFamily="2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CEC0A4B-9062-0561-C71A-2CCE17F88970}"/>
              </a:ext>
            </a:extLst>
          </p:cNvPr>
          <p:cNvSpPr/>
          <p:nvPr/>
        </p:nvSpPr>
        <p:spPr>
          <a:xfrm>
            <a:off x="8110853" y="3236260"/>
            <a:ext cx="287858" cy="1667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Helvetica" pitchFamily="2" charset="0"/>
              </a:rPr>
              <a:t>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3B570FF-72A4-AEEC-C409-93EE9CE766EA}"/>
              </a:ext>
            </a:extLst>
          </p:cNvPr>
          <p:cNvSpPr/>
          <p:nvPr/>
        </p:nvSpPr>
        <p:spPr>
          <a:xfrm>
            <a:off x="8423740" y="3236259"/>
            <a:ext cx="287858" cy="1667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tx1"/>
                </a:solidFill>
                <a:latin typeface="Helvetica" pitchFamily="2" charset="0"/>
              </a:rPr>
              <a:t>s.L</a:t>
            </a:r>
            <a:endParaRPr lang="en-US" sz="600" dirty="0">
              <a:solidFill>
                <a:schemeClr val="tx1"/>
              </a:solidFill>
              <a:latin typeface="Helvetica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9A78E1-9BD2-B75D-0064-88BBA10FB6E4}"/>
              </a:ext>
            </a:extLst>
          </p:cNvPr>
          <p:cNvGrpSpPr/>
          <p:nvPr/>
        </p:nvGrpSpPr>
        <p:grpSpPr>
          <a:xfrm>
            <a:off x="-4" y="0"/>
            <a:ext cx="8763624" cy="2781387"/>
            <a:chOff x="2" y="114301"/>
            <a:chExt cx="8403483" cy="266708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F675851-5C0C-735D-5612-1491AD5DE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6844" t="4511" r="3653" b="4509"/>
            <a:stretch>
              <a:fillRect/>
            </a:stretch>
          </p:blipFill>
          <p:spPr>
            <a:xfrm flipH="1">
              <a:off x="4193" y="114301"/>
              <a:ext cx="2716608" cy="266708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FB3377-565B-9448-4039-83711D3FB29D}"/>
                </a:ext>
              </a:extLst>
            </p:cNvPr>
            <p:cNvSpPr txBox="1"/>
            <p:nvPr/>
          </p:nvSpPr>
          <p:spPr>
            <a:xfrm>
              <a:off x="2" y="114301"/>
              <a:ext cx="318493" cy="3420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18" dirty="0">
                  <a:solidFill>
                    <a:schemeClr val="bg1"/>
                  </a:solidFill>
                  <a:latin typeface="Helvetica" pitchFamily="2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4A1E41C-19CD-83B3-2424-FC4EE60D1527}"/>
                </a:ext>
              </a:extLst>
            </p:cNvPr>
            <p:cNvSpPr/>
            <p:nvPr/>
          </p:nvSpPr>
          <p:spPr>
            <a:xfrm>
              <a:off x="1538456" y="207419"/>
              <a:ext cx="605431" cy="42936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5">
                  <a:latin typeface="Helvetica" pitchFamily="2" charset="0"/>
                </a:rPr>
                <a:t>Y </a:t>
              </a:r>
              <a:r>
                <a:rPr lang="en-US" sz="955" dirty="0">
                  <a:latin typeface="Helvetica" pitchFamily="2" charset="0"/>
                </a:rPr>
                <a:t>donor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4B3D51-663A-4FFD-7F0F-8C5AED73C7C9}"/>
                </a:ext>
              </a:extLst>
            </p:cNvPr>
            <p:cNvSpPr/>
            <p:nvPr/>
          </p:nvSpPr>
          <p:spPr>
            <a:xfrm>
              <a:off x="765216" y="207419"/>
              <a:ext cx="605431" cy="4293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5">
                  <a:latin typeface="Helvetica" pitchFamily="2" charset="0"/>
                </a:rPr>
                <a:t>X </a:t>
              </a:r>
              <a:r>
                <a:rPr lang="en-US" sz="955" dirty="0">
                  <a:latin typeface="Helvetica" pitchFamily="2" charset="0"/>
                </a:rPr>
                <a:t>donor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093D168-5D4E-3615-1129-13C85CD97132}"/>
                </a:ext>
              </a:extLst>
            </p:cNvPr>
            <p:cNvGrpSpPr/>
            <p:nvPr/>
          </p:nvGrpSpPr>
          <p:grpSpPr>
            <a:xfrm>
              <a:off x="2888610" y="114301"/>
              <a:ext cx="5514875" cy="2667086"/>
              <a:chOff x="2888610" y="1"/>
              <a:chExt cx="5514875" cy="266708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23FAC33-93B9-62AB-251A-F33187693F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8905" t="1474" r="4376"/>
              <a:stretch>
                <a:fillRect/>
              </a:stretch>
            </p:blipFill>
            <p:spPr>
              <a:xfrm>
                <a:off x="2888610" y="1"/>
                <a:ext cx="2769000" cy="2667086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BDE30B1-1673-7A88-61E3-269CA056E0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30633" t="11781" r="7276" b="7073"/>
              <a:stretch>
                <a:fillRect/>
              </a:stretch>
            </p:blipFill>
            <p:spPr>
              <a:xfrm>
                <a:off x="5681941" y="1"/>
                <a:ext cx="2721544" cy="266708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ABD544-B0A9-1635-D948-A864C97ED990}"/>
                  </a:ext>
                </a:extLst>
              </p:cNvPr>
              <p:cNvSpPr txBox="1"/>
              <p:nvPr/>
            </p:nvSpPr>
            <p:spPr>
              <a:xfrm>
                <a:off x="2888610" y="9557"/>
                <a:ext cx="318493" cy="342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718" dirty="0">
                    <a:solidFill>
                      <a:schemeClr val="bg1"/>
                    </a:solidFill>
                    <a:latin typeface="Helvetica" pitchFamily="2" charset="0"/>
                  </a:rPr>
                  <a:t>B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A9C7405-6FAA-7F98-7431-0EFFFEA0B77F}"/>
              </a:ext>
            </a:extLst>
          </p:cNvPr>
          <p:cNvSpPr txBox="1"/>
          <p:nvPr/>
        </p:nvSpPr>
        <p:spPr>
          <a:xfrm>
            <a:off x="5925441" y="0"/>
            <a:ext cx="343364" cy="356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18" dirty="0">
                <a:solidFill>
                  <a:schemeClr val="bg1"/>
                </a:solidFill>
                <a:latin typeface="Helvetica" pitchFamily="2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28940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9E6B8"/>
      </a:accent1>
      <a:accent2>
        <a:srgbClr val="3BA9A4"/>
      </a:accent2>
      <a:accent3>
        <a:srgbClr val="FEA45A"/>
      </a:accent3>
      <a:accent4>
        <a:srgbClr val="8A3F79"/>
      </a:accent4>
      <a:accent5>
        <a:srgbClr val="8294F5"/>
      </a:accent5>
      <a:accent6>
        <a:srgbClr val="E6E9FC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1546</TotalTime>
  <Words>54</Words>
  <Application>Microsoft Macintosh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7</cp:revision>
  <dcterms:created xsi:type="dcterms:W3CDTF">2026-09-30T20:44:54Z</dcterms:created>
  <dcterms:modified xsi:type="dcterms:W3CDTF">2026-10-08T20:11:44Z</dcterms:modified>
</cp:coreProperties>
</file>