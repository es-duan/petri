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04" r:id="rId1"/>
  </p:sldMasterIdLst>
  <p:notesMasterIdLst>
    <p:notesMasterId r:id="rId3"/>
  </p:notesMasterIdLst>
  <p:sldIdLst>
    <p:sldId id="256" r:id="rId2"/>
  </p:sldIdLst>
  <p:sldSz cx="8778875" cy="4800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91"/>
    <p:restoredTop sz="94564"/>
  </p:normalViewPr>
  <p:slideViewPr>
    <p:cSldViewPr snapToGrid="0">
      <p:cViewPr>
        <p:scale>
          <a:sx n="175" d="100"/>
          <a:sy n="175" d="100"/>
        </p:scale>
        <p:origin x="1768" y="6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D55BB0-046D-3143-A041-619C19536AFD}" type="datetimeFigureOut">
              <a:rPr lang="en-US" smtClean="0"/>
              <a:t>9/30/26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06425" y="1143000"/>
            <a:ext cx="56451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F947AD4-8602-744D-B5EE-995203AB7B3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1023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26609" rtl="0" eaLnBrk="1" latinLnBrk="0" hangingPunct="1">
      <a:defRPr sz="822" kern="1200">
        <a:solidFill>
          <a:schemeClr val="tx1"/>
        </a:solidFill>
        <a:latin typeface="+mn-lt"/>
        <a:ea typeface="+mn-ea"/>
        <a:cs typeface="+mn-cs"/>
      </a:defRPr>
    </a:lvl1pPr>
    <a:lvl2pPr marL="313305" algn="l" defTabSz="626609" rtl="0" eaLnBrk="1" latinLnBrk="0" hangingPunct="1">
      <a:defRPr sz="822" kern="1200">
        <a:solidFill>
          <a:schemeClr val="tx1"/>
        </a:solidFill>
        <a:latin typeface="+mn-lt"/>
        <a:ea typeface="+mn-ea"/>
        <a:cs typeface="+mn-cs"/>
      </a:defRPr>
    </a:lvl2pPr>
    <a:lvl3pPr marL="626609" algn="l" defTabSz="626609" rtl="0" eaLnBrk="1" latinLnBrk="0" hangingPunct="1">
      <a:defRPr sz="822" kern="1200">
        <a:solidFill>
          <a:schemeClr val="tx1"/>
        </a:solidFill>
        <a:latin typeface="+mn-lt"/>
        <a:ea typeface="+mn-ea"/>
        <a:cs typeface="+mn-cs"/>
      </a:defRPr>
    </a:lvl3pPr>
    <a:lvl4pPr marL="939914" algn="l" defTabSz="626609" rtl="0" eaLnBrk="1" latinLnBrk="0" hangingPunct="1">
      <a:defRPr sz="822" kern="1200">
        <a:solidFill>
          <a:schemeClr val="tx1"/>
        </a:solidFill>
        <a:latin typeface="+mn-lt"/>
        <a:ea typeface="+mn-ea"/>
        <a:cs typeface="+mn-cs"/>
      </a:defRPr>
    </a:lvl4pPr>
    <a:lvl5pPr marL="1253220" algn="l" defTabSz="626609" rtl="0" eaLnBrk="1" latinLnBrk="0" hangingPunct="1">
      <a:defRPr sz="822" kern="1200">
        <a:solidFill>
          <a:schemeClr val="tx1"/>
        </a:solidFill>
        <a:latin typeface="+mn-lt"/>
        <a:ea typeface="+mn-ea"/>
        <a:cs typeface="+mn-cs"/>
      </a:defRPr>
    </a:lvl5pPr>
    <a:lvl6pPr marL="1566524" algn="l" defTabSz="626609" rtl="0" eaLnBrk="1" latinLnBrk="0" hangingPunct="1">
      <a:defRPr sz="822" kern="1200">
        <a:solidFill>
          <a:schemeClr val="tx1"/>
        </a:solidFill>
        <a:latin typeface="+mn-lt"/>
        <a:ea typeface="+mn-ea"/>
        <a:cs typeface="+mn-cs"/>
      </a:defRPr>
    </a:lvl6pPr>
    <a:lvl7pPr marL="1879830" algn="l" defTabSz="626609" rtl="0" eaLnBrk="1" latinLnBrk="0" hangingPunct="1">
      <a:defRPr sz="822" kern="1200">
        <a:solidFill>
          <a:schemeClr val="tx1"/>
        </a:solidFill>
        <a:latin typeface="+mn-lt"/>
        <a:ea typeface="+mn-ea"/>
        <a:cs typeface="+mn-cs"/>
      </a:defRPr>
    </a:lvl7pPr>
    <a:lvl8pPr marL="2193135" algn="l" defTabSz="626609" rtl="0" eaLnBrk="1" latinLnBrk="0" hangingPunct="1">
      <a:defRPr sz="822" kern="1200">
        <a:solidFill>
          <a:schemeClr val="tx1"/>
        </a:solidFill>
        <a:latin typeface="+mn-lt"/>
        <a:ea typeface="+mn-ea"/>
        <a:cs typeface="+mn-cs"/>
      </a:defRPr>
    </a:lvl8pPr>
    <a:lvl9pPr marL="2506440" algn="l" defTabSz="626609" rtl="0" eaLnBrk="1" latinLnBrk="0" hangingPunct="1">
      <a:defRPr sz="822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06425" y="1143000"/>
            <a:ext cx="564515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947AD4-8602-744D-B5EE-995203AB7B3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9778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360" y="785654"/>
            <a:ext cx="6584156" cy="1671320"/>
          </a:xfrm>
        </p:spPr>
        <p:txBody>
          <a:bodyPr anchor="b"/>
          <a:lstStyle>
            <a:lvl1pPr algn="ctr"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7360" y="2521427"/>
            <a:ext cx="6584156" cy="1159033"/>
          </a:xfrm>
        </p:spPr>
        <p:txBody>
          <a:bodyPr/>
          <a:lstStyle>
            <a:lvl1pPr marL="0" indent="0" algn="ctr">
              <a:buNone/>
              <a:defRPr sz="1680"/>
            </a:lvl1pPr>
            <a:lvl2pPr marL="320040" indent="0" algn="ctr">
              <a:buNone/>
              <a:defRPr sz="1400"/>
            </a:lvl2pPr>
            <a:lvl3pPr marL="640080" indent="0" algn="ctr">
              <a:buNone/>
              <a:defRPr sz="1260"/>
            </a:lvl3pPr>
            <a:lvl4pPr marL="960120" indent="0" algn="ctr">
              <a:buNone/>
              <a:defRPr sz="1120"/>
            </a:lvl4pPr>
            <a:lvl5pPr marL="1280160" indent="0" algn="ctr">
              <a:buNone/>
              <a:defRPr sz="1120"/>
            </a:lvl5pPr>
            <a:lvl6pPr marL="1600200" indent="0" algn="ctr">
              <a:buNone/>
              <a:defRPr sz="1120"/>
            </a:lvl6pPr>
            <a:lvl7pPr marL="1920240" indent="0" algn="ctr">
              <a:buNone/>
              <a:defRPr sz="1120"/>
            </a:lvl7pPr>
            <a:lvl8pPr marL="2240280" indent="0" algn="ctr">
              <a:buNone/>
              <a:defRPr sz="1120"/>
            </a:lvl8pPr>
            <a:lvl9pPr marL="2560320" indent="0" algn="ctr">
              <a:buNone/>
              <a:defRPr sz="112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1580A-2291-4449-AD5A-70C0796B9DB9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78851-6BE9-5148-9A6A-6513367979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20444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1580A-2291-4449-AD5A-70C0796B9DB9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78851-6BE9-5148-9A6A-6513367979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331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8975" y="1196817"/>
            <a:ext cx="7571780" cy="1996916"/>
          </a:xfrm>
        </p:spPr>
        <p:txBody>
          <a:bodyPr anchor="b"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8975" y="3212624"/>
            <a:ext cx="7571780" cy="1050131"/>
          </a:xfrm>
        </p:spPr>
        <p:txBody>
          <a:bodyPr/>
          <a:lstStyle>
            <a:lvl1pPr marL="0" indent="0">
              <a:buNone/>
              <a:defRPr sz="1680">
                <a:solidFill>
                  <a:schemeClr val="tx1">
                    <a:tint val="82000"/>
                  </a:schemeClr>
                </a:solidFill>
              </a:defRPr>
            </a:lvl1pPr>
            <a:lvl2pPr marL="320040" indent="0">
              <a:buNone/>
              <a:defRPr sz="1400">
                <a:solidFill>
                  <a:schemeClr val="tx1">
                    <a:tint val="82000"/>
                  </a:schemeClr>
                </a:solidFill>
              </a:defRPr>
            </a:lvl2pPr>
            <a:lvl3pPr marL="640080" indent="0">
              <a:buNone/>
              <a:defRPr sz="1260">
                <a:solidFill>
                  <a:schemeClr val="tx1">
                    <a:tint val="82000"/>
                  </a:schemeClr>
                </a:solidFill>
              </a:defRPr>
            </a:lvl3pPr>
            <a:lvl4pPr marL="96012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4pPr>
            <a:lvl5pPr marL="128016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5pPr>
            <a:lvl6pPr marL="160020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6pPr>
            <a:lvl7pPr marL="192024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7pPr>
            <a:lvl8pPr marL="224028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8pPr>
            <a:lvl9pPr marL="2560320" indent="0">
              <a:buNone/>
              <a:defRPr sz="11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1580A-2291-4449-AD5A-70C0796B9DB9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78851-6BE9-5148-9A6A-6513367979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206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3548" y="1277937"/>
            <a:ext cx="3731022" cy="30459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44305" y="1277937"/>
            <a:ext cx="3731022" cy="304593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1580A-2291-4449-AD5A-70C0796B9DB9}" type="datetimeFigureOut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78851-6BE9-5148-9A6A-6513367979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7569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4691" y="255588"/>
            <a:ext cx="7571780" cy="9278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4692" y="1176814"/>
            <a:ext cx="3713875" cy="576738"/>
          </a:xfrm>
        </p:spPr>
        <p:txBody>
          <a:bodyPr anchor="b"/>
          <a:lstStyle>
            <a:lvl1pPr marL="0" indent="0">
              <a:buNone/>
              <a:defRPr sz="1680" b="1"/>
            </a:lvl1pPr>
            <a:lvl2pPr marL="320040" indent="0">
              <a:buNone/>
              <a:defRPr sz="1400" b="1"/>
            </a:lvl2pPr>
            <a:lvl3pPr marL="640080" indent="0">
              <a:buNone/>
              <a:defRPr sz="1260" b="1"/>
            </a:lvl3pPr>
            <a:lvl4pPr marL="960120" indent="0">
              <a:buNone/>
              <a:defRPr sz="1120" b="1"/>
            </a:lvl4pPr>
            <a:lvl5pPr marL="1280160" indent="0">
              <a:buNone/>
              <a:defRPr sz="1120" b="1"/>
            </a:lvl5pPr>
            <a:lvl6pPr marL="1600200" indent="0">
              <a:buNone/>
              <a:defRPr sz="1120" b="1"/>
            </a:lvl6pPr>
            <a:lvl7pPr marL="1920240" indent="0">
              <a:buNone/>
              <a:defRPr sz="1120" b="1"/>
            </a:lvl7pPr>
            <a:lvl8pPr marL="2240280" indent="0">
              <a:buNone/>
              <a:defRPr sz="1120" b="1"/>
            </a:lvl8pPr>
            <a:lvl9pPr marL="2560320" indent="0">
              <a:buNone/>
              <a:defRPr sz="11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4692" y="1753552"/>
            <a:ext cx="3713875" cy="25792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4306" y="1176814"/>
            <a:ext cx="3732165" cy="576738"/>
          </a:xfrm>
        </p:spPr>
        <p:txBody>
          <a:bodyPr anchor="b"/>
          <a:lstStyle>
            <a:lvl1pPr marL="0" indent="0">
              <a:buNone/>
              <a:defRPr sz="1680" b="1"/>
            </a:lvl1pPr>
            <a:lvl2pPr marL="320040" indent="0">
              <a:buNone/>
              <a:defRPr sz="1400" b="1"/>
            </a:lvl2pPr>
            <a:lvl3pPr marL="640080" indent="0">
              <a:buNone/>
              <a:defRPr sz="1260" b="1"/>
            </a:lvl3pPr>
            <a:lvl4pPr marL="960120" indent="0">
              <a:buNone/>
              <a:defRPr sz="1120" b="1"/>
            </a:lvl4pPr>
            <a:lvl5pPr marL="1280160" indent="0">
              <a:buNone/>
              <a:defRPr sz="1120" b="1"/>
            </a:lvl5pPr>
            <a:lvl6pPr marL="1600200" indent="0">
              <a:buNone/>
              <a:defRPr sz="1120" b="1"/>
            </a:lvl6pPr>
            <a:lvl7pPr marL="1920240" indent="0">
              <a:buNone/>
              <a:defRPr sz="1120" b="1"/>
            </a:lvl7pPr>
            <a:lvl8pPr marL="2240280" indent="0">
              <a:buNone/>
              <a:defRPr sz="1120" b="1"/>
            </a:lvl8pPr>
            <a:lvl9pPr marL="2560320" indent="0">
              <a:buNone/>
              <a:defRPr sz="11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44306" y="1753552"/>
            <a:ext cx="3732165" cy="25792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1580A-2291-4449-AD5A-70C0796B9DB9}" type="datetimeFigureOut">
              <a:rPr lang="en-US" smtClean="0"/>
              <a:t>9/30/26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78851-6BE9-5148-9A6A-6513367979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334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1580A-2291-4449-AD5A-70C0796B9DB9}" type="datetimeFigureOut">
              <a:rPr lang="en-US" smtClean="0"/>
              <a:t>9/30/26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78851-6BE9-5148-9A6A-6513367979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82303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1580A-2291-4449-AD5A-70C0796B9DB9}" type="datetimeFigureOut">
              <a:rPr lang="en-US" smtClean="0"/>
              <a:t>9/30/26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78851-6BE9-5148-9A6A-6513367979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39124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4692" y="320040"/>
            <a:ext cx="2831415" cy="1120140"/>
          </a:xfrm>
        </p:spPr>
        <p:txBody>
          <a:bodyPr anchor="b"/>
          <a:lstStyle>
            <a:lvl1pPr>
              <a:defRPr sz="22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32166" y="691198"/>
            <a:ext cx="4444305" cy="3411538"/>
          </a:xfrm>
        </p:spPr>
        <p:txBody>
          <a:bodyPr/>
          <a:lstStyle>
            <a:lvl1pPr>
              <a:defRPr sz="2240"/>
            </a:lvl1pPr>
            <a:lvl2pPr>
              <a:defRPr sz="1960"/>
            </a:lvl2pPr>
            <a:lvl3pPr>
              <a:defRPr sz="168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4692" y="1440180"/>
            <a:ext cx="2831415" cy="2668112"/>
          </a:xfrm>
        </p:spPr>
        <p:txBody>
          <a:bodyPr/>
          <a:lstStyle>
            <a:lvl1pPr marL="0" indent="0">
              <a:buNone/>
              <a:defRPr sz="1120"/>
            </a:lvl1pPr>
            <a:lvl2pPr marL="320040" indent="0">
              <a:buNone/>
              <a:defRPr sz="980"/>
            </a:lvl2pPr>
            <a:lvl3pPr marL="640080" indent="0">
              <a:buNone/>
              <a:defRPr sz="840"/>
            </a:lvl3pPr>
            <a:lvl4pPr marL="960120" indent="0">
              <a:buNone/>
              <a:defRPr sz="700"/>
            </a:lvl4pPr>
            <a:lvl5pPr marL="1280160" indent="0">
              <a:buNone/>
              <a:defRPr sz="700"/>
            </a:lvl5pPr>
            <a:lvl6pPr marL="1600200" indent="0">
              <a:buNone/>
              <a:defRPr sz="700"/>
            </a:lvl6pPr>
            <a:lvl7pPr marL="1920240" indent="0">
              <a:buNone/>
              <a:defRPr sz="700"/>
            </a:lvl7pPr>
            <a:lvl8pPr marL="2240280" indent="0">
              <a:buNone/>
              <a:defRPr sz="700"/>
            </a:lvl8pPr>
            <a:lvl9pPr marL="256032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1580A-2291-4449-AD5A-70C0796B9DB9}" type="datetimeFigureOut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78851-6BE9-5148-9A6A-6513367979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7479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4692" y="320040"/>
            <a:ext cx="2831415" cy="1120140"/>
          </a:xfrm>
        </p:spPr>
        <p:txBody>
          <a:bodyPr anchor="b"/>
          <a:lstStyle>
            <a:lvl1pPr>
              <a:defRPr sz="224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32166" y="691198"/>
            <a:ext cx="4444305" cy="3411538"/>
          </a:xfrm>
        </p:spPr>
        <p:txBody>
          <a:bodyPr anchor="t"/>
          <a:lstStyle>
            <a:lvl1pPr marL="0" indent="0">
              <a:buNone/>
              <a:defRPr sz="2240"/>
            </a:lvl1pPr>
            <a:lvl2pPr marL="320040" indent="0">
              <a:buNone/>
              <a:defRPr sz="1960"/>
            </a:lvl2pPr>
            <a:lvl3pPr marL="640080" indent="0">
              <a:buNone/>
              <a:defRPr sz="1680"/>
            </a:lvl3pPr>
            <a:lvl4pPr marL="960120" indent="0">
              <a:buNone/>
              <a:defRPr sz="1400"/>
            </a:lvl4pPr>
            <a:lvl5pPr marL="1280160" indent="0">
              <a:buNone/>
              <a:defRPr sz="1400"/>
            </a:lvl5pPr>
            <a:lvl6pPr marL="1600200" indent="0">
              <a:buNone/>
              <a:defRPr sz="1400"/>
            </a:lvl6pPr>
            <a:lvl7pPr marL="1920240" indent="0">
              <a:buNone/>
              <a:defRPr sz="1400"/>
            </a:lvl7pPr>
            <a:lvl8pPr marL="2240280" indent="0">
              <a:buNone/>
              <a:defRPr sz="1400"/>
            </a:lvl8pPr>
            <a:lvl9pPr marL="2560320" indent="0">
              <a:buNone/>
              <a:defRPr sz="14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4692" y="1440180"/>
            <a:ext cx="2831415" cy="2668112"/>
          </a:xfrm>
        </p:spPr>
        <p:txBody>
          <a:bodyPr/>
          <a:lstStyle>
            <a:lvl1pPr marL="0" indent="0">
              <a:buNone/>
              <a:defRPr sz="1120"/>
            </a:lvl1pPr>
            <a:lvl2pPr marL="320040" indent="0">
              <a:buNone/>
              <a:defRPr sz="980"/>
            </a:lvl2pPr>
            <a:lvl3pPr marL="640080" indent="0">
              <a:buNone/>
              <a:defRPr sz="840"/>
            </a:lvl3pPr>
            <a:lvl4pPr marL="960120" indent="0">
              <a:buNone/>
              <a:defRPr sz="700"/>
            </a:lvl4pPr>
            <a:lvl5pPr marL="1280160" indent="0">
              <a:buNone/>
              <a:defRPr sz="700"/>
            </a:lvl5pPr>
            <a:lvl6pPr marL="1600200" indent="0">
              <a:buNone/>
              <a:defRPr sz="700"/>
            </a:lvl6pPr>
            <a:lvl7pPr marL="1920240" indent="0">
              <a:buNone/>
              <a:defRPr sz="700"/>
            </a:lvl7pPr>
            <a:lvl8pPr marL="2240280" indent="0">
              <a:buNone/>
              <a:defRPr sz="700"/>
            </a:lvl8pPr>
            <a:lvl9pPr marL="2560320" indent="0">
              <a:buNone/>
              <a:defRPr sz="7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1580A-2291-4449-AD5A-70C0796B9DB9}" type="datetimeFigureOut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78851-6BE9-5148-9A6A-6513367979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6810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1580A-2291-4449-AD5A-70C0796B9DB9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78851-6BE9-5148-9A6A-6513367979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1398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82382" y="255587"/>
            <a:ext cx="1892945" cy="406828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3548" y="255587"/>
            <a:ext cx="5569099" cy="406828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A1580A-2291-4449-AD5A-70C0796B9DB9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78851-6BE9-5148-9A6A-6513367979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37282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3548" y="255588"/>
            <a:ext cx="7571780" cy="9278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3548" y="1277937"/>
            <a:ext cx="7571780" cy="30459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3548" y="4449445"/>
            <a:ext cx="1975247" cy="2555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A1580A-2291-4449-AD5A-70C0796B9DB9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08003" y="4449445"/>
            <a:ext cx="2962870" cy="2555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00080" y="4449445"/>
            <a:ext cx="1975247" cy="2555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E78851-6BE9-5148-9A6A-6513367979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3875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</p:sldLayoutIdLst>
  <p:txStyles>
    <p:titleStyle>
      <a:lvl1pPr algn="l" defTabSz="640080" rtl="0" eaLnBrk="1" latinLnBrk="0" hangingPunct="1">
        <a:lnSpc>
          <a:spcPct val="90000"/>
        </a:lnSpc>
        <a:spcBef>
          <a:spcPct val="0"/>
        </a:spcBef>
        <a:buNone/>
        <a:defRPr sz="308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0020" indent="-160020" algn="l" defTabSz="64008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1960" kern="1200">
          <a:solidFill>
            <a:schemeClr val="tx1"/>
          </a:solidFill>
          <a:latin typeface="+mn-lt"/>
          <a:ea typeface="+mn-ea"/>
          <a:cs typeface="+mn-cs"/>
        </a:defRPr>
      </a:lvl1pPr>
      <a:lvl2pPr marL="48006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680" kern="1200">
          <a:solidFill>
            <a:schemeClr val="tx1"/>
          </a:solidFill>
          <a:latin typeface="+mn-lt"/>
          <a:ea typeface="+mn-ea"/>
          <a:cs typeface="+mn-cs"/>
        </a:defRPr>
      </a:lvl2pPr>
      <a:lvl3pPr marL="80010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12014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4pPr>
      <a:lvl5pPr marL="144018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5pPr>
      <a:lvl6pPr marL="176022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6pPr>
      <a:lvl7pPr marL="208026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8pPr>
      <a:lvl9pPr marL="2720340" indent="-160020" algn="l" defTabSz="640080" rtl="0" eaLnBrk="1" latinLnBrk="0" hangingPunct="1">
        <a:lnSpc>
          <a:spcPct val="90000"/>
        </a:lnSpc>
        <a:spcBef>
          <a:spcPts val="350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1pPr>
      <a:lvl2pPr marL="32004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2pPr>
      <a:lvl3pPr marL="64008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3pPr>
      <a:lvl4pPr marL="96012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7pPr>
      <a:lvl8pPr marL="224028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8pPr>
      <a:lvl9pPr marL="2560320" algn="l" defTabSz="640080" rtl="0" eaLnBrk="1" latinLnBrk="0" hangingPunct="1">
        <a:defRPr sz="12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EF7C3E6F-1F08-5F80-8633-A88092F555CD}"/>
              </a:ext>
            </a:extLst>
          </p:cNvPr>
          <p:cNvSpPr/>
          <p:nvPr/>
        </p:nvSpPr>
        <p:spPr>
          <a:xfrm>
            <a:off x="0" y="2795835"/>
            <a:ext cx="3372596" cy="1999561"/>
          </a:xfrm>
          <a:prstGeom prst="rect">
            <a:avLst/>
          </a:prstGeom>
          <a:noFill/>
          <a:ln w="952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718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66788E4-0B88-237D-1741-29D3813970A3}"/>
              </a:ext>
            </a:extLst>
          </p:cNvPr>
          <p:cNvSpPr txBox="1"/>
          <p:nvPr/>
        </p:nvSpPr>
        <p:spPr>
          <a:xfrm>
            <a:off x="4131" y="2795829"/>
            <a:ext cx="351122" cy="36476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718" dirty="0">
                <a:latin typeface="Helvetica" pitchFamily="2" charset="0"/>
              </a:rPr>
              <a:t>C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ED3C665-920F-C83C-50A8-8C56C4776039}"/>
              </a:ext>
            </a:extLst>
          </p:cNvPr>
          <p:cNvGrpSpPr/>
          <p:nvPr/>
        </p:nvGrpSpPr>
        <p:grpSpPr>
          <a:xfrm>
            <a:off x="522842" y="2977262"/>
            <a:ext cx="2435151" cy="623721"/>
            <a:chOff x="509716" y="2829580"/>
            <a:chExt cx="2800814" cy="638983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ADA4FEB1-A2C5-54F5-157C-4CA0587EA6E8}"/>
                </a:ext>
              </a:extLst>
            </p:cNvPr>
            <p:cNvSpPr/>
            <p:nvPr/>
          </p:nvSpPr>
          <p:spPr>
            <a:xfrm>
              <a:off x="509716" y="2829580"/>
              <a:ext cx="2800814" cy="262218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18"/>
            </a:p>
          </p:txBody>
        </p:sp>
        <p:sp>
          <p:nvSpPr>
            <p:cNvPr id="23" name="Pentagon 22">
              <a:extLst>
                <a:ext uri="{FF2B5EF4-FFF2-40B4-BE49-F238E27FC236}">
                  <a16:creationId xmlns:a16="http://schemas.microsoft.com/office/drawing/2014/main" id="{4048750C-AA45-8804-2E91-64313E6921D5}"/>
                </a:ext>
              </a:extLst>
            </p:cNvPr>
            <p:cNvSpPr/>
            <p:nvPr/>
          </p:nvSpPr>
          <p:spPr>
            <a:xfrm>
              <a:off x="753676" y="2829580"/>
              <a:ext cx="2312894" cy="262218"/>
            </a:xfrm>
            <a:prstGeom prst="homePlate">
              <a:avLst/>
            </a:prstGeom>
            <a:solidFill>
              <a:schemeClr val="accent1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527" i="1" dirty="0" err="1">
                  <a:solidFill>
                    <a:schemeClr val="tx1"/>
                  </a:solidFill>
                </a:rPr>
                <a:t>trbC</a:t>
              </a:r>
              <a:endParaRPr lang="en-US" sz="1527" i="1" dirty="0">
                <a:solidFill>
                  <a:schemeClr val="tx1"/>
                </a:solidFill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626C1D5-D292-CB0F-91D0-B7433287A4C3}"/>
                </a:ext>
              </a:extLst>
            </p:cNvPr>
            <p:cNvSpPr txBox="1"/>
            <p:nvPr/>
          </p:nvSpPr>
          <p:spPr>
            <a:xfrm>
              <a:off x="703802" y="3187241"/>
              <a:ext cx="747018" cy="2813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45" dirty="0">
                  <a:latin typeface="Helvetica" pitchFamily="2" charset="0"/>
                </a:rPr>
                <a:t>111 bp</a:t>
              </a:r>
            </a:p>
          </p:txBody>
        </p:sp>
        <p:sp>
          <p:nvSpPr>
            <p:cNvPr id="27" name="Triangle 26">
              <a:extLst>
                <a:ext uri="{FF2B5EF4-FFF2-40B4-BE49-F238E27FC236}">
                  <a16:creationId xmlns:a16="http://schemas.microsoft.com/office/drawing/2014/main" id="{FF7AF54A-08B3-4755-47A7-2DB78A3CC4BA}"/>
                </a:ext>
              </a:extLst>
            </p:cNvPr>
            <p:cNvSpPr/>
            <p:nvPr/>
          </p:nvSpPr>
          <p:spPr>
            <a:xfrm>
              <a:off x="1033777" y="3113546"/>
              <a:ext cx="120203" cy="103623"/>
            </a:xfrm>
            <a:prstGeom prst="triangl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18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75EC21DE-6586-0AC7-6CBD-0D34F9834D4F}"/>
              </a:ext>
            </a:extLst>
          </p:cNvPr>
          <p:cNvGrpSpPr/>
          <p:nvPr/>
        </p:nvGrpSpPr>
        <p:grpSpPr>
          <a:xfrm>
            <a:off x="1" y="0"/>
            <a:ext cx="8778874" cy="2667087"/>
            <a:chOff x="0" y="-1"/>
            <a:chExt cx="7551507" cy="2294204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E2618A9-D6D2-0D2D-088B-A0B09FA568F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9936" t="29291" r="8454" b="27753"/>
            <a:stretch>
              <a:fillRect/>
            </a:stretch>
          </p:blipFill>
          <p:spPr>
            <a:xfrm>
              <a:off x="2452019" y="-1"/>
              <a:ext cx="5099488" cy="2294203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F675851-5C0C-735D-5612-1491AD5DEA4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6844" t="4511" r="3653" b="4509"/>
            <a:stretch>
              <a:fillRect/>
            </a:stretch>
          </p:blipFill>
          <p:spPr>
            <a:xfrm flipH="1">
              <a:off x="3606" y="0"/>
              <a:ext cx="2336801" cy="2294203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2FB3377-565B-9448-4039-83711D3FB29D}"/>
                </a:ext>
              </a:extLst>
            </p:cNvPr>
            <p:cNvSpPr txBox="1"/>
            <p:nvPr/>
          </p:nvSpPr>
          <p:spPr>
            <a:xfrm>
              <a:off x="0" y="-1"/>
              <a:ext cx="292161" cy="3137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18" dirty="0">
                  <a:solidFill>
                    <a:schemeClr val="bg1"/>
                  </a:solidFill>
                  <a:latin typeface="Helvetica" pitchFamily="2" charset="0"/>
                </a:rPr>
                <a:t>A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1ABD544-B0A9-1635-D948-A864C97ED990}"/>
                </a:ext>
              </a:extLst>
            </p:cNvPr>
            <p:cNvSpPr txBox="1"/>
            <p:nvPr/>
          </p:nvSpPr>
          <p:spPr>
            <a:xfrm>
              <a:off x="2452019" y="0"/>
              <a:ext cx="292161" cy="3137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18" dirty="0">
                  <a:solidFill>
                    <a:schemeClr val="bg1"/>
                  </a:solidFill>
                  <a:latin typeface="Helvetica" pitchFamily="2" charset="0"/>
                </a:rPr>
                <a:t>B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44A1E41C-19CD-83B3-2424-FC4EE60D1527}"/>
                </a:ext>
              </a:extLst>
            </p:cNvPr>
            <p:cNvSpPr/>
            <p:nvPr/>
          </p:nvSpPr>
          <p:spPr>
            <a:xfrm>
              <a:off x="1323364" y="80099"/>
              <a:ext cx="520786" cy="36933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55" dirty="0">
                  <a:latin typeface="Helvetica" pitchFamily="2" charset="0"/>
                </a:rPr>
                <a:t>Mut donor</a:t>
              </a:r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C54B3D51-663A-4FFD-7F0F-8C5AED73C7C9}"/>
                </a:ext>
              </a:extLst>
            </p:cNvPr>
            <p:cNvSpPr/>
            <p:nvPr/>
          </p:nvSpPr>
          <p:spPr>
            <a:xfrm>
              <a:off x="658230" y="80099"/>
              <a:ext cx="520786" cy="36933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955" dirty="0" err="1">
                  <a:latin typeface="Helvetica" pitchFamily="2" charset="0"/>
                </a:rPr>
                <a:t>Anc</a:t>
              </a:r>
              <a:r>
                <a:rPr lang="en-US" sz="955" dirty="0">
                  <a:latin typeface="Helvetica" pitchFamily="2" charset="0"/>
                </a:rPr>
                <a:t> donor</a:t>
              </a: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D2A9EA4-9D83-7FB2-4B5E-7F729F361B65}"/>
              </a:ext>
            </a:extLst>
          </p:cNvPr>
          <p:cNvGrpSpPr/>
          <p:nvPr/>
        </p:nvGrpSpPr>
        <p:grpSpPr>
          <a:xfrm>
            <a:off x="151769" y="3779017"/>
            <a:ext cx="1478443" cy="900925"/>
            <a:chOff x="234074" y="3463579"/>
            <a:chExt cx="1514621" cy="922971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C73C4B3-B837-53F6-C0CF-8CD7B1B6BE89}"/>
                </a:ext>
              </a:extLst>
            </p:cNvPr>
            <p:cNvSpPr/>
            <p:nvPr/>
          </p:nvSpPr>
          <p:spPr>
            <a:xfrm>
              <a:off x="234074" y="3463579"/>
              <a:ext cx="1514621" cy="922039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18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0249AA2-FA29-214C-ECAF-54EE6E77AC26}"/>
                </a:ext>
              </a:extLst>
            </p:cNvPr>
            <p:cNvSpPr txBox="1"/>
            <p:nvPr/>
          </p:nvSpPr>
          <p:spPr>
            <a:xfrm>
              <a:off x="331353" y="3823893"/>
              <a:ext cx="1316625" cy="3431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764" dirty="0">
                  <a:latin typeface="Helvetica" pitchFamily="2" charset="0"/>
                </a:rPr>
                <a:t>TC</a:t>
              </a:r>
              <a:r>
                <a:rPr lang="en-US" sz="764" dirty="0">
                  <a:solidFill>
                    <a:srgbClr val="C00000"/>
                  </a:solidFill>
                  <a:latin typeface="Helvetica" pitchFamily="2" charset="0"/>
                </a:rPr>
                <a:t>GCCCTCCTGGC</a:t>
              </a:r>
              <a:r>
                <a:rPr lang="en-US" sz="764" dirty="0">
                  <a:latin typeface="Helvetica" pitchFamily="2" charset="0"/>
                </a:rPr>
                <a:t>GT</a:t>
              </a:r>
            </a:p>
            <a:p>
              <a:pPr algn="ctr"/>
              <a:r>
                <a:rPr lang="en-US" sz="764" dirty="0">
                  <a:latin typeface="Helvetica" pitchFamily="2" charset="0"/>
                </a:rPr>
                <a:t>AG</a:t>
              </a:r>
              <a:r>
                <a:rPr lang="en-US" sz="764" dirty="0">
                  <a:solidFill>
                    <a:srgbClr val="C00000"/>
                  </a:solidFill>
                  <a:latin typeface="Helvetica" pitchFamily="2" charset="0"/>
                </a:rPr>
                <a:t>CGGGAGGACCG</a:t>
              </a:r>
              <a:r>
                <a:rPr lang="en-US" sz="764" dirty="0">
                  <a:latin typeface="Helvetica" pitchFamily="2" charset="0"/>
                </a:rPr>
                <a:t>CA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23689858-45F4-1501-F9BD-78CB5DC86FAE}"/>
                </a:ext>
              </a:extLst>
            </p:cNvPr>
            <p:cNvSpPr/>
            <p:nvPr/>
          </p:nvSpPr>
          <p:spPr>
            <a:xfrm>
              <a:off x="355608" y="3517454"/>
              <a:ext cx="1271553" cy="27699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36" dirty="0">
                  <a:latin typeface="Helvetica" pitchFamily="2" charset="0"/>
                </a:rPr>
                <a:t>Ancestor (X)</a:t>
              </a:r>
            </a:p>
          </p:txBody>
        </p:sp>
        <p:cxnSp>
          <p:nvCxnSpPr>
            <p:cNvPr id="34" name="Elbow Connector 33">
              <a:extLst>
                <a:ext uri="{FF2B5EF4-FFF2-40B4-BE49-F238E27FC236}">
                  <a16:creationId xmlns:a16="http://schemas.microsoft.com/office/drawing/2014/main" id="{83E9EF93-47F3-8D1D-2E20-9185925183F5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820566" y="3881456"/>
              <a:ext cx="324861" cy="221760"/>
            </a:xfrm>
            <a:prstGeom prst="bentConnector3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2EF2105C-3914-678E-7CAB-A8317618E3ED}"/>
                </a:ext>
              </a:extLst>
            </p:cNvPr>
            <p:cNvSpPr txBox="1"/>
            <p:nvPr/>
          </p:nvSpPr>
          <p:spPr>
            <a:xfrm>
              <a:off x="310536" y="4135859"/>
              <a:ext cx="1361698" cy="2506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55" dirty="0" err="1">
                  <a:solidFill>
                    <a:srgbClr val="C00000"/>
                  </a:solidFill>
                  <a:latin typeface="Helvetica" pitchFamily="2" charset="0"/>
                </a:rPr>
                <a:t>BglI</a:t>
              </a:r>
              <a:r>
                <a:rPr lang="en-US" sz="955" dirty="0">
                  <a:solidFill>
                    <a:srgbClr val="C00000"/>
                  </a:solidFill>
                  <a:latin typeface="Helvetica" pitchFamily="2" charset="0"/>
                </a:rPr>
                <a:t> cut site present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46671D01-B0FA-22DD-D4C3-C430673CA3A6}"/>
              </a:ext>
            </a:extLst>
          </p:cNvPr>
          <p:cNvGrpSpPr/>
          <p:nvPr/>
        </p:nvGrpSpPr>
        <p:grpSpPr>
          <a:xfrm>
            <a:off x="1742388" y="3779507"/>
            <a:ext cx="1478443" cy="900925"/>
            <a:chOff x="234074" y="3463579"/>
            <a:chExt cx="1514621" cy="922971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102A0440-39B3-3F4E-E6F0-E2FB612F67ED}"/>
                </a:ext>
              </a:extLst>
            </p:cNvPr>
            <p:cNvSpPr/>
            <p:nvPr/>
          </p:nvSpPr>
          <p:spPr>
            <a:xfrm>
              <a:off x="234074" y="3463579"/>
              <a:ext cx="1514621" cy="922039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9525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18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3CF14385-9CBC-A4AA-059E-A434A7062F81}"/>
                </a:ext>
              </a:extLst>
            </p:cNvPr>
            <p:cNvSpPr txBox="1"/>
            <p:nvPr/>
          </p:nvSpPr>
          <p:spPr>
            <a:xfrm>
              <a:off x="331353" y="3823893"/>
              <a:ext cx="1316625" cy="34312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764" dirty="0">
                  <a:latin typeface="Helvetica" pitchFamily="2" charset="0"/>
                </a:rPr>
                <a:t>TCGCCCTCCTGG</a:t>
              </a:r>
              <a:r>
                <a:rPr lang="en-US" sz="764" b="1" dirty="0">
                  <a:solidFill>
                    <a:schemeClr val="accent5">
                      <a:lumMod val="50000"/>
                    </a:schemeClr>
                  </a:solidFill>
                  <a:latin typeface="Helvetica" pitchFamily="2" charset="0"/>
                </a:rPr>
                <a:t>A</a:t>
              </a:r>
              <a:r>
                <a:rPr lang="en-US" sz="764" dirty="0">
                  <a:latin typeface="Helvetica" pitchFamily="2" charset="0"/>
                </a:rPr>
                <a:t>GT</a:t>
              </a:r>
            </a:p>
            <a:p>
              <a:pPr algn="ctr"/>
              <a:r>
                <a:rPr lang="en-US" sz="764" dirty="0">
                  <a:latin typeface="Helvetica" pitchFamily="2" charset="0"/>
                </a:rPr>
                <a:t>AGCGGGAGGACC</a:t>
              </a:r>
              <a:r>
                <a:rPr lang="en-US" sz="764" b="1" dirty="0">
                  <a:solidFill>
                    <a:schemeClr val="accent5">
                      <a:lumMod val="50000"/>
                    </a:schemeClr>
                  </a:solidFill>
                  <a:latin typeface="Helvetica" pitchFamily="2" charset="0"/>
                </a:rPr>
                <a:t>T</a:t>
              </a:r>
              <a:r>
                <a:rPr lang="en-US" sz="764" dirty="0">
                  <a:latin typeface="Helvetica" pitchFamily="2" charset="0"/>
                </a:rPr>
                <a:t>CA</a:t>
              </a: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3DA774FD-D605-E890-2490-B914F0B213CD}"/>
                </a:ext>
              </a:extLst>
            </p:cNvPr>
            <p:cNvSpPr/>
            <p:nvPr/>
          </p:nvSpPr>
          <p:spPr>
            <a:xfrm>
              <a:off x="355608" y="3517454"/>
              <a:ext cx="1271553" cy="27699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36" dirty="0">
                  <a:latin typeface="Helvetica" pitchFamily="2" charset="0"/>
                </a:rPr>
                <a:t>Mutant (Y)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7D8FFA2-DF46-5243-4155-F6F6E699F686}"/>
                </a:ext>
              </a:extLst>
            </p:cNvPr>
            <p:cNvSpPr txBox="1"/>
            <p:nvPr/>
          </p:nvSpPr>
          <p:spPr>
            <a:xfrm>
              <a:off x="310536" y="4135859"/>
              <a:ext cx="1361698" cy="2506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55" dirty="0" err="1">
                  <a:solidFill>
                    <a:srgbClr val="C00000"/>
                  </a:solidFill>
                  <a:latin typeface="Helvetica" pitchFamily="2" charset="0"/>
                </a:rPr>
                <a:t>BglI</a:t>
              </a:r>
              <a:r>
                <a:rPr lang="en-US" sz="955" dirty="0">
                  <a:solidFill>
                    <a:srgbClr val="C00000"/>
                  </a:solidFill>
                  <a:latin typeface="Helvetica" pitchFamily="2" charset="0"/>
                </a:rPr>
                <a:t> cut site absent</a:t>
              </a:r>
            </a:p>
          </p:txBody>
        </p:sp>
      </p:grp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2949B0A7-D1C1-613D-ED42-7E14ACE95343}"/>
              </a:ext>
            </a:extLst>
          </p:cNvPr>
          <p:cNvCxnSpPr>
            <a:cxnSpLocks/>
            <a:endCxn id="32" idx="0"/>
          </p:cNvCxnSpPr>
          <p:nvPr/>
        </p:nvCxnSpPr>
        <p:spPr>
          <a:xfrm flipH="1">
            <a:off x="890991" y="3524783"/>
            <a:ext cx="125343" cy="254233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75C31E0F-4747-74E3-E0C9-09D40E9CE65D}"/>
              </a:ext>
            </a:extLst>
          </p:cNvPr>
          <p:cNvCxnSpPr>
            <a:cxnSpLocks/>
            <a:stCxn id="46" idx="0"/>
          </p:cNvCxnSpPr>
          <p:nvPr/>
        </p:nvCxnSpPr>
        <p:spPr>
          <a:xfrm flipH="1" flipV="1">
            <a:off x="1016334" y="3524783"/>
            <a:ext cx="1465276" cy="254722"/>
          </a:xfrm>
          <a:prstGeom prst="line">
            <a:avLst/>
          </a:prstGeom>
          <a:ln>
            <a:headEnd type="triangle"/>
            <a:tailEnd type="non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pic>
        <p:nvPicPr>
          <p:cNvPr id="88" name="Picture 87">
            <a:extLst>
              <a:ext uri="{FF2B5EF4-FFF2-40B4-BE49-F238E27FC236}">
                <a16:creationId xmlns:a16="http://schemas.microsoft.com/office/drawing/2014/main" id="{79349E5E-B2E6-86AF-D2CE-664B448783E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" b="6804"/>
          <a:stretch>
            <a:fillRect/>
          </a:stretch>
        </p:blipFill>
        <p:spPr>
          <a:xfrm>
            <a:off x="7091764" y="2795828"/>
            <a:ext cx="1687111" cy="1999558"/>
          </a:xfrm>
          <a:prstGeom prst="rect">
            <a:avLst/>
          </a:prstGeom>
        </p:spPr>
      </p:pic>
      <p:sp>
        <p:nvSpPr>
          <p:cNvPr id="84" name="TextBox 83">
            <a:extLst>
              <a:ext uri="{FF2B5EF4-FFF2-40B4-BE49-F238E27FC236}">
                <a16:creationId xmlns:a16="http://schemas.microsoft.com/office/drawing/2014/main" id="{31205F60-F25B-FAF0-5B37-D75B448F76F8}"/>
              </a:ext>
            </a:extLst>
          </p:cNvPr>
          <p:cNvSpPr txBox="1"/>
          <p:nvPr/>
        </p:nvSpPr>
        <p:spPr>
          <a:xfrm>
            <a:off x="7085673" y="2795827"/>
            <a:ext cx="332142" cy="35670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718" dirty="0">
                <a:solidFill>
                  <a:schemeClr val="bg1"/>
                </a:solidFill>
                <a:latin typeface="Helvetica" pitchFamily="2" charset="0"/>
              </a:rPr>
              <a:t>E</a:t>
            </a:r>
          </a:p>
        </p:txBody>
      </p:sp>
      <p:grpSp>
        <p:nvGrpSpPr>
          <p:cNvPr id="93" name="Group 92">
            <a:extLst>
              <a:ext uri="{FF2B5EF4-FFF2-40B4-BE49-F238E27FC236}">
                <a16:creationId xmlns:a16="http://schemas.microsoft.com/office/drawing/2014/main" id="{A58C7FD0-E4FF-385D-7124-7248BF19E60B}"/>
              </a:ext>
            </a:extLst>
          </p:cNvPr>
          <p:cNvGrpSpPr/>
          <p:nvPr/>
        </p:nvGrpSpPr>
        <p:grpSpPr>
          <a:xfrm>
            <a:off x="3400844" y="2795826"/>
            <a:ext cx="3633222" cy="1999560"/>
            <a:chOff x="3400844" y="2795826"/>
            <a:chExt cx="3633222" cy="1999560"/>
          </a:xfrm>
        </p:grpSpPr>
        <p:pic>
          <p:nvPicPr>
            <p:cNvPr id="90" name="Picture 89">
              <a:extLst>
                <a:ext uri="{FF2B5EF4-FFF2-40B4-BE49-F238E27FC236}">
                  <a16:creationId xmlns:a16="http://schemas.microsoft.com/office/drawing/2014/main" id="{85CF6ECB-EC48-C820-0170-B85F537EB30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t="1" b="1"/>
            <a:stretch>
              <a:fillRect/>
            </a:stretch>
          </p:blipFill>
          <p:spPr>
            <a:xfrm>
              <a:off x="3448246" y="2795826"/>
              <a:ext cx="3585820" cy="1999560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B62EC4E-1F40-8294-0FAF-47555DDD8387}"/>
                </a:ext>
              </a:extLst>
            </p:cNvPr>
            <p:cNvSpPr txBox="1"/>
            <p:nvPr/>
          </p:nvSpPr>
          <p:spPr>
            <a:xfrm>
              <a:off x="3457368" y="2795827"/>
              <a:ext cx="351123" cy="36476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718" dirty="0">
                  <a:solidFill>
                    <a:schemeClr val="bg1"/>
                  </a:solidFill>
                  <a:latin typeface="Helvetica" pitchFamily="2" charset="0"/>
                </a:rPr>
                <a:t>D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CFF0AEE9-8E70-8CB0-F07E-33526C1689C0}"/>
                </a:ext>
              </a:extLst>
            </p:cNvPr>
            <p:cNvSpPr txBox="1"/>
            <p:nvPr/>
          </p:nvSpPr>
          <p:spPr>
            <a:xfrm>
              <a:off x="3405097" y="4545419"/>
              <a:ext cx="356040" cy="2146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764" dirty="0">
                  <a:solidFill>
                    <a:schemeClr val="bg1"/>
                  </a:solidFill>
                  <a:latin typeface="Helvetica" pitchFamily="2" charset="0"/>
                </a:rPr>
                <a:t>100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B0EC502E-538B-67F9-5252-FDFB39E743BA}"/>
                </a:ext>
              </a:extLst>
            </p:cNvPr>
            <p:cNvSpPr txBox="1"/>
            <p:nvPr/>
          </p:nvSpPr>
          <p:spPr>
            <a:xfrm>
              <a:off x="3400844" y="3891627"/>
              <a:ext cx="356040" cy="21467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764" dirty="0">
                  <a:solidFill>
                    <a:schemeClr val="bg1"/>
                  </a:solidFill>
                  <a:latin typeface="Helvetica" pitchFamily="2" charset="0"/>
                </a:rPr>
                <a:t>500</a:t>
              </a:r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441271FC-D070-599F-66BC-45F44B17A302}"/>
                </a:ext>
              </a:extLst>
            </p:cNvPr>
            <p:cNvSpPr/>
            <p:nvPr/>
          </p:nvSpPr>
          <p:spPr>
            <a:xfrm>
              <a:off x="3996326" y="3121961"/>
              <a:ext cx="287858" cy="16671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77" dirty="0" err="1">
                  <a:latin typeface="Helvetica" pitchFamily="2" charset="0"/>
                </a:rPr>
                <a:t>Anc</a:t>
              </a:r>
              <a:endParaRPr lang="en-US" sz="477" dirty="0">
                <a:latin typeface="Helvetica" pitchFamily="2" charset="0"/>
              </a:endParaRP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E6CCB9D3-E559-F192-FFFD-5417C7C14370}"/>
                </a:ext>
              </a:extLst>
            </p:cNvPr>
            <p:cNvSpPr/>
            <p:nvPr/>
          </p:nvSpPr>
          <p:spPr>
            <a:xfrm>
              <a:off x="4309213" y="3121960"/>
              <a:ext cx="287858" cy="166715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77" dirty="0">
                  <a:latin typeface="Helvetica" pitchFamily="2" charset="0"/>
                </a:rPr>
                <a:t>Mut</a:t>
              </a: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E6AFF00E-0A7D-BC0F-C187-75C594CAE14D}"/>
                </a:ext>
              </a:extLst>
            </p:cNvPr>
            <p:cNvSpPr/>
            <p:nvPr/>
          </p:nvSpPr>
          <p:spPr>
            <a:xfrm>
              <a:off x="4622098" y="3121960"/>
              <a:ext cx="1134489" cy="16671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77" dirty="0">
                  <a:solidFill>
                    <a:schemeClr val="tx1"/>
                  </a:solidFill>
                  <a:latin typeface="Helvetica" pitchFamily="2" charset="0"/>
                </a:rPr>
                <a:t>small colonies (1-4)</a:t>
              </a: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DBE11812-F4D3-6A76-7290-97C245EEA3AC}"/>
                </a:ext>
              </a:extLst>
            </p:cNvPr>
            <p:cNvSpPr/>
            <p:nvPr/>
          </p:nvSpPr>
          <p:spPr>
            <a:xfrm>
              <a:off x="5811500" y="3121960"/>
              <a:ext cx="1134489" cy="16671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77" dirty="0">
                  <a:solidFill>
                    <a:schemeClr val="tx1"/>
                  </a:solidFill>
                  <a:latin typeface="Helvetica" pitchFamily="2" charset="0"/>
                </a:rPr>
                <a:t>large colonies (5-8)</a:t>
              </a:r>
            </a:p>
          </p:txBody>
        </p:sp>
      </p:grpSp>
      <p:sp>
        <p:nvSpPr>
          <p:cNvPr id="91" name="Rectangle 90">
            <a:extLst>
              <a:ext uri="{FF2B5EF4-FFF2-40B4-BE49-F238E27FC236}">
                <a16:creationId xmlns:a16="http://schemas.microsoft.com/office/drawing/2014/main" id="{0C517A47-2ED4-BA6B-9087-4D5AC51BFF36}"/>
              </a:ext>
            </a:extLst>
          </p:cNvPr>
          <p:cNvSpPr/>
          <p:nvPr/>
        </p:nvSpPr>
        <p:spPr>
          <a:xfrm>
            <a:off x="7485085" y="3121961"/>
            <a:ext cx="287858" cy="16671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77" dirty="0" err="1">
                <a:latin typeface="Helvetica" pitchFamily="2" charset="0"/>
              </a:rPr>
              <a:t>Anc</a:t>
            </a:r>
            <a:endParaRPr lang="en-US" sz="477" dirty="0">
              <a:latin typeface="Helvetica" pitchFamily="2" charset="0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E6776920-12A2-459E-2A5F-521623229D7E}"/>
              </a:ext>
            </a:extLst>
          </p:cNvPr>
          <p:cNvSpPr/>
          <p:nvPr/>
        </p:nvSpPr>
        <p:spPr>
          <a:xfrm>
            <a:off x="7797972" y="3121960"/>
            <a:ext cx="287858" cy="16671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77" dirty="0">
                <a:latin typeface="Helvetica" pitchFamily="2" charset="0"/>
              </a:rPr>
              <a:t>Mut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0CEC0A4B-9062-0561-C71A-2CCE17F88970}"/>
              </a:ext>
            </a:extLst>
          </p:cNvPr>
          <p:cNvSpPr/>
          <p:nvPr/>
        </p:nvSpPr>
        <p:spPr>
          <a:xfrm>
            <a:off x="8110859" y="3121959"/>
            <a:ext cx="287858" cy="16671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77" dirty="0">
                <a:solidFill>
                  <a:schemeClr val="tx1"/>
                </a:solidFill>
                <a:latin typeface="Helvetica" pitchFamily="2" charset="0"/>
              </a:rPr>
              <a:t>L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73B570FF-72A4-AEEC-C409-93EE9CE766EA}"/>
              </a:ext>
            </a:extLst>
          </p:cNvPr>
          <p:cNvSpPr/>
          <p:nvPr/>
        </p:nvSpPr>
        <p:spPr>
          <a:xfrm>
            <a:off x="8423746" y="3121958"/>
            <a:ext cx="287858" cy="16671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77" dirty="0">
                <a:solidFill>
                  <a:schemeClr val="tx1"/>
                </a:solidFill>
                <a:latin typeface="Helvetica" pitchFamily="2" charset="0"/>
              </a:rPr>
              <a:t>s(L)</a:t>
            </a:r>
          </a:p>
        </p:txBody>
      </p:sp>
    </p:spTree>
    <p:extLst>
      <p:ext uri="{BB962C8B-B14F-4D97-AF65-F5344CB8AC3E}">
        <p14:creationId xmlns:p14="http://schemas.microsoft.com/office/powerpoint/2010/main" val="32894085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petri1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F9E6B8"/>
      </a:accent1>
      <a:accent2>
        <a:srgbClr val="3BA9A4"/>
      </a:accent2>
      <a:accent3>
        <a:srgbClr val="FEA45A"/>
      </a:accent3>
      <a:accent4>
        <a:srgbClr val="8A3F79"/>
      </a:accent4>
      <a:accent5>
        <a:srgbClr val="8294F5"/>
      </a:accent5>
      <a:accent6>
        <a:srgbClr val="E6E9FC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1533</TotalTime>
  <Words>54</Words>
  <Application>Microsoft Macintosh PowerPoint</Application>
  <PresentationFormat>Custom</PresentationFormat>
  <Paragraphs>28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Helvetica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Elizabeth S Duan</dc:creator>
  <cp:lastModifiedBy>Elizabeth S Duan</cp:lastModifiedBy>
  <cp:revision>4</cp:revision>
  <dcterms:created xsi:type="dcterms:W3CDTF">2026-09-30T20:44:54Z</dcterms:created>
  <dcterms:modified xsi:type="dcterms:W3CDTF">2026-10-01T22:18:50Z</dcterms:modified>
</cp:coreProperties>
</file>