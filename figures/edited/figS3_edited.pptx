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6400800" cy="3429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226"/>
    <p:restoredTop sz="94472"/>
  </p:normalViewPr>
  <p:slideViewPr>
    <p:cSldViewPr snapToGrid="0">
      <p:cViewPr varScale="1">
        <p:scale>
          <a:sx n="152" d="100"/>
          <a:sy n="152" d="100"/>
        </p:scale>
        <p:origin x="1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0100" y="561181"/>
            <a:ext cx="4800600" cy="1193800"/>
          </a:xfrm>
        </p:spPr>
        <p:txBody>
          <a:bodyPr anchor="b"/>
          <a:lstStyle>
            <a:lvl1pPr algn="ctr"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1801019"/>
            <a:ext cx="4800600" cy="827881"/>
          </a:xfrm>
        </p:spPr>
        <p:txBody>
          <a:bodyPr/>
          <a:lstStyle>
            <a:lvl1pPr marL="0" indent="0" algn="ctr">
              <a:buNone/>
              <a:defRPr sz="12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92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03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1" y="854869"/>
            <a:ext cx="5520690" cy="1426369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1" y="2294732"/>
            <a:ext cx="5520690" cy="750094"/>
          </a:xfrm>
        </p:spPr>
        <p:txBody>
          <a:bodyPr/>
          <a:lstStyle>
            <a:lvl1pPr marL="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  <a:lvl2pPr marL="228600" indent="0">
              <a:buNone/>
              <a:defRPr sz="1000">
                <a:solidFill>
                  <a:schemeClr val="tx1">
                    <a:tint val="82000"/>
                  </a:schemeClr>
                </a:solidFill>
              </a:defRPr>
            </a:lvl2pPr>
            <a:lvl3pPr marL="4572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3pPr>
            <a:lvl4pPr marL="685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4pPr>
            <a:lvl5pPr marL="9144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5pPr>
            <a:lvl6pPr marL="11430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6pPr>
            <a:lvl7pPr marL="13716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7pPr>
            <a:lvl8pPr marL="16002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8pPr>
            <a:lvl9pPr marL="1828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6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912812"/>
            <a:ext cx="2720340" cy="21756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912812"/>
            <a:ext cx="2720340" cy="21756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549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563"/>
            <a:ext cx="5520690" cy="66278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840582"/>
            <a:ext cx="2707838" cy="41195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1252538"/>
            <a:ext cx="2707838" cy="18422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840582"/>
            <a:ext cx="2721174" cy="41195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1252538"/>
            <a:ext cx="2721174" cy="18422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8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82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62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28600"/>
            <a:ext cx="2064424" cy="80010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493713"/>
            <a:ext cx="3240405" cy="243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028700"/>
            <a:ext cx="2064424" cy="1905794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678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28600"/>
            <a:ext cx="2064424" cy="80010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493713"/>
            <a:ext cx="3240405" cy="2436813"/>
          </a:xfrm>
        </p:spPr>
        <p:txBody>
          <a:bodyPr anchor="t"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028700"/>
            <a:ext cx="2064424" cy="1905794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35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748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2" y="182562"/>
            <a:ext cx="1380173" cy="290591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182562"/>
            <a:ext cx="4060508" cy="290591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76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182563"/>
            <a:ext cx="5520690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912812"/>
            <a:ext cx="5520690" cy="2175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3178175"/>
            <a:ext cx="1440180" cy="182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46A748-8F43-1948-93A2-534F40B96D47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3178175"/>
            <a:ext cx="2160270" cy="182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3178175"/>
            <a:ext cx="1440180" cy="182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F58B1C-EF32-7C42-A3EE-3DE6FFA71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567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" indent="-114300" algn="l" defTabSz="4572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76E1AC9-9214-CDD9-9DB4-814D17CF9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457200"/>
            <a:ext cx="6400800" cy="29718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4DD6040-11E8-6D3C-30CC-C485E9DE9396}"/>
              </a:ext>
            </a:extLst>
          </p:cNvPr>
          <p:cNvGrpSpPr/>
          <p:nvPr/>
        </p:nvGrpSpPr>
        <p:grpSpPr>
          <a:xfrm>
            <a:off x="974566" y="161526"/>
            <a:ext cx="1689543" cy="387626"/>
            <a:chOff x="2714324" y="1905801"/>
            <a:chExt cx="1689543" cy="38762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1D529E-68F1-7338-616A-AA1356BE0990}"/>
                </a:ext>
              </a:extLst>
            </p:cNvPr>
            <p:cNvGrpSpPr/>
            <p:nvPr/>
          </p:nvGrpSpPr>
          <p:grpSpPr>
            <a:xfrm>
              <a:off x="2714324" y="1905801"/>
              <a:ext cx="1689543" cy="274531"/>
              <a:chOff x="2406316" y="1795317"/>
              <a:chExt cx="1689543" cy="38501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B281405-6B5A-095F-4332-EF831D7F4878}"/>
                  </a:ext>
                </a:extLst>
              </p:cNvPr>
              <p:cNvSpPr/>
              <p:nvPr/>
            </p:nvSpPr>
            <p:spPr>
              <a:xfrm>
                <a:off x="2406316" y="1795320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CF88B52-F43B-9A43-EFD2-CA5D533B851D}"/>
                  </a:ext>
                </a:extLst>
              </p:cNvPr>
              <p:cNvSpPr/>
              <p:nvPr/>
            </p:nvSpPr>
            <p:spPr>
              <a:xfrm>
                <a:off x="2594043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6F91F0A-8074-403B-62CD-6897287E7DBD}"/>
                  </a:ext>
                </a:extLst>
              </p:cNvPr>
              <p:cNvSpPr/>
              <p:nvPr/>
            </p:nvSpPr>
            <p:spPr>
              <a:xfrm>
                <a:off x="2781770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79DAF2C-A3D7-60A4-A9B2-6665F1DC35AD}"/>
                  </a:ext>
                </a:extLst>
              </p:cNvPr>
              <p:cNvSpPr/>
              <p:nvPr/>
            </p:nvSpPr>
            <p:spPr>
              <a:xfrm>
                <a:off x="2969497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A5D9F16-72AE-7267-C59F-E5685218A29C}"/>
                  </a:ext>
                </a:extLst>
              </p:cNvPr>
              <p:cNvSpPr/>
              <p:nvPr/>
            </p:nvSpPr>
            <p:spPr>
              <a:xfrm>
                <a:off x="3157224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CA6218E-0031-5F59-7A1F-961D6AE3D033}"/>
                  </a:ext>
                </a:extLst>
              </p:cNvPr>
              <p:cNvSpPr/>
              <p:nvPr/>
            </p:nvSpPr>
            <p:spPr>
              <a:xfrm>
                <a:off x="3344951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581066-7202-378D-84B5-2ADA4E074652}"/>
                  </a:ext>
                </a:extLst>
              </p:cNvPr>
              <p:cNvSpPr/>
              <p:nvPr/>
            </p:nvSpPr>
            <p:spPr>
              <a:xfrm>
                <a:off x="3532678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1AB5F2-920F-91CD-A714-3DF6CE47047C}"/>
                  </a:ext>
                </a:extLst>
              </p:cNvPr>
              <p:cNvSpPr/>
              <p:nvPr/>
            </p:nvSpPr>
            <p:spPr>
              <a:xfrm>
                <a:off x="3720405" y="1795317"/>
                <a:ext cx="187727" cy="385011"/>
              </a:xfrm>
              <a:prstGeom prst="rect">
                <a:avLst/>
              </a:prstGeom>
              <a:solidFill>
                <a:schemeClr val="accent5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A5D3411-6454-D94E-3724-85219199E636}"/>
                  </a:ext>
                </a:extLst>
              </p:cNvPr>
              <p:cNvSpPr/>
              <p:nvPr/>
            </p:nvSpPr>
            <p:spPr>
              <a:xfrm>
                <a:off x="3908132" y="1795317"/>
                <a:ext cx="187727" cy="385011"/>
              </a:xfrm>
              <a:prstGeom prst="rect">
                <a:avLst/>
              </a:prstGeom>
              <a:solidFill>
                <a:schemeClr val="accent4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59CA90F-2CA1-1246-76E3-9E180C818AF6}"/>
                </a:ext>
              </a:extLst>
            </p:cNvPr>
            <p:cNvCxnSpPr/>
            <p:nvPr/>
          </p:nvCxnSpPr>
          <p:spPr>
            <a:xfrm flipV="1">
              <a:off x="2805765" y="2067233"/>
              <a:ext cx="0" cy="22619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0BC5B-F895-CC6B-A02D-8D866B923CD6}"/>
              </a:ext>
            </a:extLst>
          </p:cNvPr>
          <p:cNvGrpSpPr/>
          <p:nvPr/>
        </p:nvGrpSpPr>
        <p:grpSpPr>
          <a:xfrm>
            <a:off x="3382809" y="161526"/>
            <a:ext cx="1689543" cy="387626"/>
            <a:chOff x="2714324" y="1905801"/>
            <a:chExt cx="1689543" cy="38762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C5D43F7-54C7-38A9-EC1E-BEF31E1537BA}"/>
                </a:ext>
              </a:extLst>
            </p:cNvPr>
            <p:cNvGrpSpPr/>
            <p:nvPr/>
          </p:nvGrpSpPr>
          <p:grpSpPr>
            <a:xfrm>
              <a:off x="2714324" y="1905801"/>
              <a:ext cx="1689543" cy="274531"/>
              <a:chOff x="2406316" y="1795317"/>
              <a:chExt cx="1689543" cy="385014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6676418-94B1-0AAA-D659-A9946CB00D9E}"/>
                  </a:ext>
                </a:extLst>
              </p:cNvPr>
              <p:cNvSpPr/>
              <p:nvPr/>
            </p:nvSpPr>
            <p:spPr>
              <a:xfrm>
                <a:off x="2406316" y="1795320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A392737-8CE7-1826-8307-C29DB3512C38}"/>
                  </a:ext>
                </a:extLst>
              </p:cNvPr>
              <p:cNvSpPr/>
              <p:nvPr/>
            </p:nvSpPr>
            <p:spPr>
              <a:xfrm>
                <a:off x="2594043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6411AEB-09F5-D96D-5FD8-210D659E2F22}"/>
                  </a:ext>
                </a:extLst>
              </p:cNvPr>
              <p:cNvSpPr/>
              <p:nvPr/>
            </p:nvSpPr>
            <p:spPr>
              <a:xfrm>
                <a:off x="2781770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2C38944-C2BF-912E-5032-8012B13996A8}"/>
                  </a:ext>
                </a:extLst>
              </p:cNvPr>
              <p:cNvSpPr/>
              <p:nvPr/>
            </p:nvSpPr>
            <p:spPr>
              <a:xfrm>
                <a:off x="2969497" y="1795319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022D64D-9A9D-6CE3-6E7D-3A73C6E88A1B}"/>
                  </a:ext>
                </a:extLst>
              </p:cNvPr>
              <p:cNvSpPr/>
              <p:nvPr/>
            </p:nvSpPr>
            <p:spPr>
              <a:xfrm>
                <a:off x="3157224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1960055-86E8-7ECA-E2DE-E760909E7437}"/>
                  </a:ext>
                </a:extLst>
              </p:cNvPr>
              <p:cNvSpPr/>
              <p:nvPr/>
            </p:nvSpPr>
            <p:spPr>
              <a:xfrm>
                <a:off x="3344951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A94367C-4B75-C1AE-675D-A7B1485B17C4}"/>
                  </a:ext>
                </a:extLst>
              </p:cNvPr>
              <p:cNvSpPr/>
              <p:nvPr/>
            </p:nvSpPr>
            <p:spPr>
              <a:xfrm>
                <a:off x="3532678" y="1795318"/>
                <a:ext cx="187727" cy="385011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F5EA5B6-04DF-3455-8A06-654365779FF8}"/>
                  </a:ext>
                </a:extLst>
              </p:cNvPr>
              <p:cNvSpPr/>
              <p:nvPr/>
            </p:nvSpPr>
            <p:spPr>
              <a:xfrm>
                <a:off x="3720405" y="1795317"/>
                <a:ext cx="187727" cy="385011"/>
              </a:xfrm>
              <a:prstGeom prst="rect">
                <a:avLst/>
              </a:prstGeom>
              <a:solidFill>
                <a:schemeClr val="accent5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9695238-EBCB-27C2-2845-A740081F0B62}"/>
                  </a:ext>
                </a:extLst>
              </p:cNvPr>
              <p:cNvSpPr/>
              <p:nvPr/>
            </p:nvSpPr>
            <p:spPr>
              <a:xfrm>
                <a:off x="3908132" y="1795317"/>
                <a:ext cx="187727" cy="385011"/>
              </a:xfrm>
              <a:prstGeom prst="rect">
                <a:avLst/>
              </a:prstGeom>
              <a:solidFill>
                <a:schemeClr val="accent4"/>
              </a:solidFill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32E50FE-050E-B76B-25FE-3A344FF8D3CE}"/>
                </a:ext>
              </a:extLst>
            </p:cNvPr>
            <p:cNvCxnSpPr/>
            <p:nvPr/>
          </p:nvCxnSpPr>
          <p:spPr>
            <a:xfrm flipV="1">
              <a:off x="3927629" y="2067233"/>
              <a:ext cx="0" cy="22619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84D91195-E7D9-61D4-C5D0-435A455F4BD3}"/>
              </a:ext>
            </a:extLst>
          </p:cNvPr>
          <p:cNvSpPr txBox="1"/>
          <p:nvPr/>
        </p:nvSpPr>
        <p:spPr>
          <a:xfrm>
            <a:off x="2803" y="21791"/>
            <a:ext cx="304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08DCFA-E1D9-D42A-FB45-BE9DA516F5B2}"/>
              </a:ext>
            </a:extLst>
          </p:cNvPr>
          <p:cNvSpPr txBox="1"/>
          <p:nvPr/>
        </p:nvSpPr>
        <p:spPr>
          <a:xfrm>
            <a:off x="3047770" y="21790"/>
            <a:ext cx="304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88288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7E8FC"/>
      </a:accent3>
      <a:accent4>
        <a:srgbClr val="CBADEA"/>
      </a:accent4>
      <a:accent5>
        <a:srgbClr val="F5C3EF"/>
      </a:accent5>
      <a:accent6>
        <a:srgbClr val="FEEEB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4</cp:revision>
  <dcterms:created xsi:type="dcterms:W3CDTF">2026-06-01T21:15:43Z</dcterms:created>
  <dcterms:modified xsi:type="dcterms:W3CDTF">2026-06-18T19:14:00Z</dcterms:modified>
</cp:coreProperties>
</file>