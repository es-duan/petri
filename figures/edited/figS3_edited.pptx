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6400800" cy="3429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457"/>
    <p:restoredTop sz="94553"/>
  </p:normalViewPr>
  <p:slideViewPr>
    <p:cSldViewPr snapToGrid="0">
      <p:cViewPr varScale="1">
        <p:scale>
          <a:sx n="144" d="100"/>
          <a:sy n="144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561181"/>
            <a:ext cx="4800600" cy="11938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1801019"/>
            <a:ext cx="4800600" cy="82788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9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3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1" y="854869"/>
            <a:ext cx="5520690" cy="1426369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1" y="2294732"/>
            <a:ext cx="5520690" cy="750094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6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912812"/>
            <a:ext cx="2720340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912812"/>
            <a:ext cx="2720340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54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82563"/>
            <a:ext cx="5520690" cy="662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840582"/>
            <a:ext cx="2707838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252538"/>
            <a:ext cx="2707838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840582"/>
            <a:ext cx="2721174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252538"/>
            <a:ext cx="2721174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8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8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2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28600"/>
            <a:ext cx="2064424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493713"/>
            <a:ext cx="3240405" cy="243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28700"/>
            <a:ext cx="2064424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7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28600"/>
            <a:ext cx="2064424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493713"/>
            <a:ext cx="3240405" cy="243681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28700"/>
            <a:ext cx="2064424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5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4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2" y="182562"/>
            <a:ext cx="1380173" cy="290591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182562"/>
            <a:ext cx="4060508" cy="2905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7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182563"/>
            <a:ext cx="552069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912812"/>
            <a:ext cx="552069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3178175"/>
            <a:ext cx="144018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6A748-8F43-1948-93A2-534F40B96D4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3178175"/>
            <a:ext cx="216027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3178175"/>
            <a:ext cx="144018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6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6E1AC9-9214-CDD9-9DB4-814D17CF9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457200"/>
            <a:ext cx="6400800" cy="29718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4DD6040-11E8-6D3C-30CC-C485E9DE9396}"/>
              </a:ext>
            </a:extLst>
          </p:cNvPr>
          <p:cNvGrpSpPr/>
          <p:nvPr/>
        </p:nvGrpSpPr>
        <p:grpSpPr>
          <a:xfrm>
            <a:off x="974566" y="161526"/>
            <a:ext cx="1689543" cy="387626"/>
            <a:chOff x="2714324" y="1905801"/>
            <a:chExt cx="1689543" cy="38762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1D529E-68F1-7338-616A-AA1356BE0990}"/>
                </a:ext>
              </a:extLst>
            </p:cNvPr>
            <p:cNvGrpSpPr/>
            <p:nvPr/>
          </p:nvGrpSpPr>
          <p:grpSpPr>
            <a:xfrm>
              <a:off x="2714324" y="1905801"/>
              <a:ext cx="1689543" cy="274531"/>
              <a:chOff x="2406316" y="1795317"/>
              <a:chExt cx="1689543" cy="38501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B281405-6B5A-095F-4332-EF831D7F4878}"/>
                  </a:ext>
                </a:extLst>
              </p:cNvPr>
              <p:cNvSpPr/>
              <p:nvPr/>
            </p:nvSpPr>
            <p:spPr>
              <a:xfrm>
                <a:off x="2406316" y="1795320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CF88B52-F43B-9A43-EFD2-CA5D533B851D}"/>
                  </a:ext>
                </a:extLst>
              </p:cNvPr>
              <p:cNvSpPr/>
              <p:nvPr/>
            </p:nvSpPr>
            <p:spPr>
              <a:xfrm>
                <a:off x="2594043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6F91F0A-8074-403B-62CD-6897287E7DBD}"/>
                  </a:ext>
                </a:extLst>
              </p:cNvPr>
              <p:cNvSpPr/>
              <p:nvPr/>
            </p:nvSpPr>
            <p:spPr>
              <a:xfrm>
                <a:off x="2781770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79DAF2C-A3D7-60A4-A9B2-6665F1DC35AD}"/>
                  </a:ext>
                </a:extLst>
              </p:cNvPr>
              <p:cNvSpPr/>
              <p:nvPr/>
            </p:nvSpPr>
            <p:spPr>
              <a:xfrm>
                <a:off x="2969497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A5D9F16-72AE-7267-C59F-E5685218A29C}"/>
                  </a:ext>
                </a:extLst>
              </p:cNvPr>
              <p:cNvSpPr/>
              <p:nvPr/>
            </p:nvSpPr>
            <p:spPr>
              <a:xfrm>
                <a:off x="3157224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A6218E-0031-5F59-7A1F-961D6AE3D033}"/>
                  </a:ext>
                </a:extLst>
              </p:cNvPr>
              <p:cNvSpPr/>
              <p:nvPr/>
            </p:nvSpPr>
            <p:spPr>
              <a:xfrm>
                <a:off x="3344951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581066-7202-378D-84B5-2ADA4E074652}"/>
                  </a:ext>
                </a:extLst>
              </p:cNvPr>
              <p:cNvSpPr/>
              <p:nvPr/>
            </p:nvSpPr>
            <p:spPr>
              <a:xfrm>
                <a:off x="3532678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21AB5F2-920F-91CD-A714-3DF6CE47047C}"/>
                  </a:ext>
                </a:extLst>
              </p:cNvPr>
              <p:cNvSpPr/>
              <p:nvPr/>
            </p:nvSpPr>
            <p:spPr>
              <a:xfrm>
                <a:off x="3720405" y="1795317"/>
                <a:ext cx="187727" cy="385011"/>
              </a:xfrm>
              <a:prstGeom prst="rect">
                <a:avLst/>
              </a:prstGeom>
              <a:solidFill>
                <a:srgbClr val="D8AACE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A5D3411-6454-D94E-3724-85219199E636}"/>
                  </a:ext>
                </a:extLst>
              </p:cNvPr>
              <p:cNvSpPr/>
              <p:nvPr/>
            </p:nvSpPr>
            <p:spPr>
              <a:xfrm>
                <a:off x="3908132" y="1795317"/>
                <a:ext cx="187727" cy="385011"/>
              </a:xfrm>
              <a:prstGeom prst="rect">
                <a:avLst/>
              </a:prstGeom>
              <a:solidFill>
                <a:srgbClr val="C4BBEC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59CA90F-2CA1-1246-76E3-9E180C818AF6}"/>
                </a:ext>
              </a:extLst>
            </p:cNvPr>
            <p:cNvCxnSpPr/>
            <p:nvPr/>
          </p:nvCxnSpPr>
          <p:spPr>
            <a:xfrm flipV="1">
              <a:off x="2805765" y="2067233"/>
              <a:ext cx="0" cy="2261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D0BC5B-F895-CC6B-A02D-8D866B923CD6}"/>
              </a:ext>
            </a:extLst>
          </p:cNvPr>
          <p:cNvGrpSpPr/>
          <p:nvPr/>
        </p:nvGrpSpPr>
        <p:grpSpPr>
          <a:xfrm>
            <a:off x="3382809" y="161526"/>
            <a:ext cx="1689543" cy="387626"/>
            <a:chOff x="2714324" y="1905801"/>
            <a:chExt cx="1689543" cy="38762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C5D43F7-54C7-38A9-EC1E-BEF31E1537BA}"/>
                </a:ext>
              </a:extLst>
            </p:cNvPr>
            <p:cNvGrpSpPr/>
            <p:nvPr/>
          </p:nvGrpSpPr>
          <p:grpSpPr>
            <a:xfrm>
              <a:off x="2714324" y="1905801"/>
              <a:ext cx="1689543" cy="274531"/>
              <a:chOff x="2406316" y="1795317"/>
              <a:chExt cx="1689543" cy="385014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6676418-94B1-0AAA-D659-A9946CB00D9E}"/>
                  </a:ext>
                </a:extLst>
              </p:cNvPr>
              <p:cNvSpPr/>
              <p:nvPr/>
            </p:nvSpPr>
            <p:spPr>
              <a:xfrm>
                <a:off x="2406316" y="1795320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A392737-8CE7-1826-8307-C29DB3512C38}"/>
                  </a:ext>
                </a:extLst>
              </p:cNvPr>
              <p:cNvSpPr/>
              <p:nvPr/>
            </p:nvSpPr>
            <p:spPr>
              <a:xfrm>
                <a:off x="2594043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6411AEB-09F5-D96D-5FD8-210D659E2F22}"/>
                  </a:ext>
                </a:extLst>
              </p:cNvPr>
              <p:cNvSpPr/>
              <p:nvPr/>
            </p:nvSpPr>
            <p:spPr>
              <a:xfrm>
                <a:off x="2781770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2C38944-C2BF-912E-5032-8012B13996A8}"/>
                  </a:ext>
                </a:extLst>
              </p:cNvPr>
              <p:cNvSpPr/>
              <p:nvPr/>
            </p:nvSpPr>
            <p:spPr>
              <a:xfrm>
                <a:off x="2969497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022D64D-9A9D-6CE3-6E7D-3A73C6E88A1B}"/>
                  </a:ext>
                </a:extLst>
              </p:cNvPr>
              <p:cNvSpPr/>
              <p:nvPr/>
            </p:nvSpPr>
            <p:spPr>
              <a:xfrm>
                <a:off x="3157224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1960055-86E8-7ECA-E2DE-E760909E7437}"/>
                  </a:ext>
                </a:extLst>
              </p:cNvPr>
              <p:cNvSpPr/>
              <p:nvPr/>
            </p:nvSpPr>
            <p:spPr>
              <a:xfrm>
                <a:off x="3344951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A94367C-4B75-C1AE-675D-A7B1485B17C4}"/>
                  </a:ext>
                </a:extLst>
              </p:cNvPr>
              <p:cNvSpPr/>
              <p:nvPr/>
            </p:nvSpPr>
            <p:spPr>
              <a:xfrm>
                <a:off x="3532678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F5EA5B6-04DF-3455-8A06-654365779FF8}"/>
                  </a:ext>
                </a:extLst>
              </p:cNvPr>
              <p:cNvSpPr/>
              <p:nvPr/>
            </p:nvSpPr>
            <p:spPr>
              <a:xfrm>
                <a:off x="3720405" y="1795317"/>
                <a:ext cx="187727" cy="385011"/>
              </a:xfrm>
              <a:prstGeom prst="rect">
                <a:avLst/>
              </a:prstGeom>
              <a:solidFill>
                <a:srgbClr val="D8AACE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9695238-EBCB-27C2-2845-A740081F0B62}"/>
                  </a:ext>
                </a:extLst>
              </p:cNvPr>
              <p:cNvSpPr/>
              <p:nvPr/>
            </p:nvSpPr>
            <p:spPr>
              <a:xfrm>
                <a:off x="3908132" y="1795317"/>
                <a:ext cx="187727" cy="385011"/>
              </a:xfrm>
              <a:prstGeom prst="rect">
                <a:avLst/>
              </a:prstGeom>
              <a:solidFill>
                <a:srgbClr val="C4BBEC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32E50FE-050E-B76B-25FE-3A344FF8D3CE}"/>
                </a:ext>
              </a:extLst>
            </p:cNvPr>
            <p:cNvCxnSpPr/>
            <p:nvPr/>
          </p:nvCxnSpPr>
          <p:spPr>
            <a:xfrm flipV="1">
              <a:off x="3927629" y="2067233"/>
              <a:ext cx="0" cy="2261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4D91195-E7D9-61D4-C5D0-435A455F4BD3}"/>
              </a:ext>
            </a:extLst>
          </p:cNvPr>
          <p:cNvSpPr txBox="1"/>
          <p:nvPr/>
        </p:nvSpPr>
        <p:spPr>
          <a:xfrm>
            <a:off x="2803" y="217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08DCFA-E1D9-D42A-FB45-BE9DA516F5B2}"/>
              </a:ext>
            </a:extLst>
          </p:cNvPr>
          <p:cNvSpPr txBox="1"/>
          <p:nvPr/>
        </p:nvSpPr>
        <p:spPr>
          <a:xfrm>
            <a:off x="3047770" y="21790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828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3</cp:revision>
  <dcterms:created xsi:type="dcterms:W3CDTF">2026-06-01T21:15:43Z</dcterms:created>
  <dcterms:modified xsi:type="dcterms:W3CDTF">2026-06-17T23:21:08Z</dcterms:modified>
</cp:coreProperties>
</file>