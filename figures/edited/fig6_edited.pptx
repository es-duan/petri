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5029200" cy="5029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5"/>
  </p:normalViewPr>
  <p:slideViewPr>
    <p:cSldViewPr snapToGrid="0">
      <p:cViewPr varScale="1">
        <p:scale>
          <a:sx n="143" d="100"/>
          <a:sy n="143" d="100"/>
        </p:scale>
        <p:origin x="25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7190" y="823066"/>
            <a:ext cx="4274820" cy="1750907"/>
          </a:xfrm>
        </p:spPr>
        <p:txBody>
          <a:bodyPr anchor="b"/>
          <a:lstStyle>
            <a:lvl1pPr algn="ctr">
              <a:defRPr sz="3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28650" y="2641495"/>
            <a:ext cx="3771900" cy="1214225"/>
          </a:xfrm>
        </p:spPr>
        <p:txBody>
          <a:bodyPr/>
          <a:lstStyle>
            <a:lvl1pPr marL="0" indent="0" algn="ctr">
              <a:buNone/>
              <a:defRPr sz="1320"/>
            </a:lvl1pPr>
            <a:lvl2pPr marL="251460" indent="0" algn="ctr">
              <a:buNone/>
              <a:defRPr sz="1100"/>
            </a:lvl2pPr>
            <a:lvl3pPr marL="502920" indent="0" algn="ctr">
              <a:buNone/>
              <a:defRPr sz="990"/>
            </a:lvl3pPr>
            <a:lvl4pPr marL="754380" indent="0" algn="ctr">
              <a:buNone/>
              <a:defRPr sz="880"/>
            </a:lvl4pPr>
            <a:lvl5pPr marL="1005840" indent="0" algn="ctr">
              <a:buNone/>
              <a:defRPr sz="880"/>
            </a:lvl5pPr>
            <a:lvl6pPr marL="1257300" indent="0" algn="ctr">
              <a:buNone/>
              <a:defRPr sz="880"/>
            </a:lvl6pPr>
            <a:lvl7pPr marL="1508760" indent="0" algn="ctr">
              <a:buNone/>
              <a:defRPr sz="880"/>
            </a:lvl7pPr>
            <a:lvl8pPr marL="1760220" indent="0" algn="ctr">
              <a:buNone/>
              <a:defRPr sz="880"/>
            </a:lvl8pPr>
            <a:lvl9pPr marL="2011680" indent="0" algn="ctr">
              <a:buNone/>
              <a:defRPr sz="8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3116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160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3138" y="1253809"/>
            <a:ext cx="4337685" cy="2092007"/>
          </a:xfrm>
        </p:spPr>
        <p:txBody>
          <a:bodyPr anchor="b"/>
          <a:lstStyle>
            <a:lvl1pPr>
              <a:defRPr sz="3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3138" y="3365607"/>
            <a:ext cx="4337685" cy="1100137"/>
          </a:xfrm>
        </p:spPr>
        <p:txBody>
          <a:bodyPr/>
          <a:lstStyle>
            <a:lvl1pPr marL="0" indent="0">
              <a:buNone/>
              <a:defRPr sz="1320">
                <a:solidFill>
                  <a:schemeClr val="tx1">
                    <a:tint val="82000"/>
                  </a:schemeClr>
                </a:solidFill>
              </a:defRPr>
            </a:lvl1pPr>
            <a:lvl2pPr marL="251460" indent="0">
              <a:buNone/>
              <a:defRPr sz="1100">
                <a:solidFill>
                  <a:schemeClr val="tx1">
                    <a:tint val="82000"/>
                  </a:schemeClr>
                </a:solidFill>
              </a:defRPr>
            </a:lvl2pPr>
            <a:lvl3pPr marL="502920" indent="0">
              <a:buNone/>
              <a:defRPr sz="990">
                <a:solidFill>
                  <a:schemeClr val="tx1">
                    <a:tint val="82000"/>
                  </a:schemeClr>
                </a:solidFill>
              </a:defRPr>
            </a:lvl3pPr>
            <a:lvl4pPr marL="754380" indent="0">
              <a:buNone/>
              <a:defRPr sz="880">
                <a:solidFill>
                  <a:schemeClr val="tx1">
                    <a:tint val="82000"/>
                  </a:schemeClr>
                </a:solidFill>
              </a:defRPr>
            </a:lvl4pPr>
            <a:lvl5pPr marL="1005840" indent="0">
              <a:buNone/>
              <a:defRPr sz="880">
                <a:solidFill>
                  <a:schemeClr val="tx1">
                    <a:tint val="82000"/>
                  </a:schemeClr>
                </a:solidFill>
              </a:defRPr>
            </a:lvl5pPr>
            <a:lvl6pPr marL="1257300" indent="0">
              <a:buNone/>
              <a:defRPr sz="880">
                <a:solidFill>
                  <a:schemeClr val="tx1">
                    <a:tint val="82000"/>
                  </a:schemeClr>
                </a:solidFill>
              </a:defRPr>
            </a:lvl6pPr>
            <a:lvl7pPr marL="1508760" indent="0">
              <a:buNone/>
              <a:defRPr sz="880">
                <a:solidFill>
                  <a:schemeClr val="tx1">
                    <a:tint val="82000"/>
                  </a:schemeClr>
                </a:solidFill>
              </a:defRPr>
            </a:lvl7pPr>
            <a:lvl8pPr marL="1760220" indent="0">
              <a:buNone/>
              <a:defRPr sz="880">
                <a:solidFill>
                  <a:schemeClr val="tx1">
                    <a:tint val="82000"/>
                  </a:schemeClr>
                </a:solidFill>
              </a:defRPr>
            </a:lvl8pPr>
            <a:lvl9pPr marL="2011680" indent="0">
              <a:buNone/>
              <a:defRPr sz="8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63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5758" y="1338792"/>
            <a:ext cx="2137410" cy="31909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46033" y="1338792"/>
            <a:ext cx="2137410" cy="31909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9996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413" y="267759"/>
            <a:ext cx="4337685" cy="9720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413" y="1232853"/>
            <a:ext cx="2127587" cy="604202"/>
          </a:xfrm>
        </p:spPr>
        <p:txBody>
          <a:bodyPr anchor="b"/>
          <a:lstStyle>
            <a:lvl1pPr marL="0" indent="0">
              <a:buNone/>
              <a:defRPr sz="1320" b="1"/>
            </a:lvl1pPr>
            <a:lvl2pPr marL="251460" indent="0">
              <a:buNone/>
              <a:defRPr sz="1100" b="1"/>
            </a:lvl2pPr>
            <a:lvl3pPr marL="502920" indent="0">
              <a:buNone/>
              <a:defRPr sz="990" b="1"/>
            </a:lvl3pPr>
            <a:lvl4pPr marL="754380" indent="0">
              <a:buNone/>
              <a:defRPr sz="880" b="1"/>
            </a:lvl4pPr>
            <a:lvl5pPr marL="1005840" indent="0">
              <a:buNone/>
              <a:defRPr sz="880" b="1"/>
            </a:lvl5pPr>
            <a:lvl6pPr marL="1257300" indent="0">
              <a:buNone/>
              <a:defRPr sz="880" b="1"/>
            </a:lvl6pPr>
            <a:lvl7pPr marL="1508760" indent="0">
              <a:buNone/>
              <a:defRPr sz="880" b="1"/>
            </a:lvl7pPr>
            <a:lvl8pPr marL="1760220" indent="0">
              <a:buNone/>
              <a:defRPr sz="880" b="1"/>
            </a:lvl8pPr>
            <a:lvl9pPr marL="2011680" indent="0">
              <a:buNone/>
              <a:defRPr sz="8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6413" y="1837055"/>
            <a:ext cx="2127587" cy="27020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46033" y="1232853"/>
            <a:ext cx="2138065" cy="604202"/>
          </a:xfrm>
        </p:spPr>
        <p:txBody>
          <a:bodyPr anchor="b"/>
          <a:lstStyle>
            <a:lvl1pPr marL="0" indent="0">
              <a:buNone/>
              <a:defRPr sz="1320" b="1"/>
            </a:lvl1pPr>
            <a:lvl2pPr marL="251460" indent="0">
              <a:buNone/>
              <a:defRPr sz="1100" b="1"/>
            </a:lvl2pPr>
            <a:lvl3pPr marL="502920" indent="0">
              <a:buNone/>
              <a:defRPr sz="990" b="1"/>
            </a:lvl3pPr>
            <a:lvl4pPr marL="754380" indent="0">
              <a:buNone/>
              <a:defRPr sz="880" b="1"/>
            </a:lvl4pPr>
            <a:lvl5pPr marL="1005840" indent="0">
              <a:buNone/>
              <a:defRPr sz="880" b="1"/>
            </a:lvl5pPr>
            <a:lvl6pPr marL="1257300" indent="0">
              <a:buNone/>
              <a:defRPr sz="880" b="1"/>
            </a:lvl6pPr>
            <a:lvl7pPr marL="1508760" indent="0">
              <a:buNone/>
              <a:defRPr sz="880" b="1"/>
            </a:lvl7pPr>
            <a:lvl8pPr marL="1760220" indent="0">
              <a:buNone/>
              <a:defRPr sz="880" b="1"/>
            </a:lvl8pPr>
            <a:lvl9pPr marL="2011680" indent="0">
              <a:buNone/>
              <a:defRPr sz="8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46033" y="1837055"/>
            <a:ext cx="2138065" cy="27020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7/3/26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1859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4332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7/3/26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1598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413" y="335280"/>
            <a:ext cx="1622048" cy="1173480"/>
          </a:xfrm>
        </p:spPr>
        <p:txBody>
          <a:bodyPr anchor="b"/>
          <a:lstStyle>
            <a:lvl1pPr>
              <a:defRPr sz="17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38065" y="724113"/>
            <a:ext cx="2546033" cy="3573992"/>
          </a:xfrm>
        </p:spPr>
        <p:txBody>
          <a:bodyPr/>
          <a:lstStyle>
            <a:lvl1pPr>
              <a:defRPr sz="1760"/>
            </a:lvl1pPr>
            <a:lvl2pPr>
              <a:defRPr sz="1540"/>
            </a:lvl2pPr>
            <a:lvl3pPr>
              <a:defRPr sz="132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6413" y="1508760"/>
            <a:ext cx="1622048" cy="2795165"/>
          </a:xfrm>
        </p:spPr>
        <p:txBody>
          <a:bodyPr/>
          <a:lstStyle>
            <a:lvl1pPr marL="0" indent="0">
              <a:buNone/>
              <a:defRPr sz="880"/>
            </a:lvl1pPr>
            <a:lvl2pPr marL="251460" indent="0">
              <a:buNone/>
              <a:defRPr sz="770"/>
            </a:lvl2pPr>
            <a:lvl3pPr marL="502920" indent="0">
              <a:buNone/>
              <a:defRPr sz="660"/>
            </a:lvl3pPr>
            <a:lvl4pPr marL="754380" indent="0">
              <a:buNone/>
              <a:defRPr sz="550"/>
            </a:lvl4pPr>
            <a:lvl5pPr marL="1005840" indent="0">
              <a:buNone/>
              <a:defRPr sz="550"/>
            </a:lvl5pPr>
            <a:lvl6pPr marL="1257300" indent="0">
              <a:buNone/>
              <a:defRPr sz="550"/>
            </a:lvl6pPr>
            <a:lvl7pPr marL="1508760" indent="0">
              <a:buNone/>
              <a:defRPr sz="550"/>
            </a:lvl7pPr>
            <a:lvl8pPr marL="1760220" indent="0">
              <a:buNone/>
              <a:defRPr sz="550"/>
            </a:lvl8pPr>
            <a:lvl9pPr marL="201168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812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413" y="335280"/>
            <a:ext cx="1622048" cy="1173480"/>
          </a:xfrm>
        </p:spPr>
        <p:txBody>
          <a:bodyPr anchor="b"/>
          <a:lstStyle>
            <a:lvl1pPr>
              <a:defRPr sz="17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38065" y="724113"/>
            <a:ext cx="2546033" cy="3573992"/>
          </a:xfrm>
        </p:spPr>
        <p:txBody>
          <a:bodyPr anchor="t"/>
          <a:lstStyle>
            <a:lvl1pPr marL="0" indent="0">
              <a:buNone/>
              <a:defRPr sz="1760"/>
            </a:lvl1pPr>
            <a:lvl2pPr marL="251460" indent="0">
              <a:buNone/>
              <a:defRPr sz="1540"/>
            </a:lvl2pPr>
            <a:lvl3pPr marL="502920" indent="0">
              <a:buNone/>
              <a:defRPr sz="1320"/>
            </a:lvl3pPr>
            <a:lvl4pPr marL="754380" indent="0">
              <a:buNone/>
              <a:defRPr sz="1100"/>
            </a:lvl4pPr>
            <a:lvl5pPr marL="1005840" indent="0">
              <a:buNone/>
              <a:defRPr sz="1100"/>
            </a:lvl5pPr>
            <a:lvl6pPr marL="1257300" indent="0">
              <a:buNone/>
              <a:defRPr sz="1100"/>
            </a:lvl6pPr>
            <a:lvl7pPr marL="1508760" indent="0">
              <a:buNone/>
              <a:defRPr sz="1100"/>
            </a:lvl7pPr>
            <a:lvl8pPr marL="1760220" indent="0">
              <a:buNone/>
              <a:defRPr sz="1100"/>
            </a:lvl8pPr>
            <a:lvl9pPr marL="2011680" indent="0">
              <a:buNone/>
              <a:defRPr sz="11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6413" y="1508760"/>
            <a:ext cx="1622048" cy="2795165"/>
          </a:xfrm>
        </p:spPr>
        <p:txBody>
          <a:bodyPr/>
          <a:lstStyle>
            <a:lvl1pPr marL="0" indent="0">
              <a:buNone/>
              <a:defRPr sz="880"/>
            </a:lvl1pPr>
            <a:lvl2pPr marL="251460" indent="0">
              <a:buNone/>
              <a:defRPr sz="770"/>
            </a:lvl2pPr>
            <a:lvl3pPr marL="502920" indent="0">
              <a:buNone/>
              <a:defRPr sz="660"/>
            </a:lvl3pPr>
            <a:lvl4pPr marL="754380" indent="0">
              <a:buNone/>
              <a:defRPr sz="550"/>
            </a:lvl4pPr>
            <a:lvl5pPr marL="1005840" indent="0">
              <a:buNone/>
              <a:defRPr sz="550"/>
            </a:lvl5pPr>
            <a:lvl6pPr marL="1257300" indent="0">
              <a:buNone/>
              <a:defRPr sz="550"/>
            </a:lvl6pPr>
            <a:lvl7pPr marL="1508760" indent="0">
              <a:buNone/>
              <a:defRPr sz="550"/>
            </a:lvl7pPr>
            <a:lvl8pPr marL="1760220" indent="0">
              <a:buNone/>
              <a:defRPr sz="550"/>
            </a:lvl8pPr>
            <a:lvl9pPr marL="201168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3944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666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599022" y="267758"/>
            <a:ext cx="1084421" cy="42620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5758" y="267758"/>
            <a:ext cx="3190399" cy="42620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7807B8-1B99-2143-B8FB-DB12FDB791D8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951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5758" y="267759"/>
            <a:ext cx="4337685" cy="9720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5758" y="1338792"/>
            <a:ext cx="4337685" cy="3190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5758" y="4661325"/>
            <a:ext cx="1131570" cy="2677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7807B8-1B99-2143-B8FB-DB12FDB791D8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65923" y="4661325"/>
            <a:ext cx="1697355" cy="2677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551873" y="4661325"/>
            <a:ext cx="1131570" cy="2677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FEC05D-4667-DB41-B9BC-E926823F0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09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02920" rtl="0" eaLnBrk="1" latinLnBrk="0" hangingPunct="1">
        <a:lnSpc>
          <a:spcPct val="90000"/>
        </a:lnSpc>
        <a:spcBef>
          <a:spcPct val="0"/>
        </a:spcBef>
        <a:buNone/>
        <a:defRPr sz="24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5730" indent="-125730" algn="l" defTabSz="50292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540" kern="1200">
          <a:solidFill>
            <a:schemeClr val="tx1"/>
          </a:solidFill>
          <a:latin typeface="+mn-lt"/>
          <a:ea typeface="+mn-ea"/>
          <a:cs typeface="+mn-cs"/>
        </a:defRPr>
      </a:lvl1pPr>
      <a:lvl2pPr marL="377190" indent="-125730" algn="l" defTabSz="502920" rtl="0" eaLnBrk="1" latinLnBrk="0" hangingPunct="1">
        <a:lnSpc>
          <a:spcPct val="90000"/>
        </a:lnSpc>
        <a:spcBef>
          <a:spcPts val="275"/>
        </a:spcBef>
        <a:buFont typeface="Arial" panose="020B0604020202020204" pitchFamily="34" charset="0"/>
        <a:buChar char="•"/>
        <a:defRPr sz="1320" kern="1200">
          <a:solidFill>
            <a:schemeClr val="tx1"/>
          </a:solidFill>
          <a:latin typeface="+mn-lt"/>
          <a:ea typeface="+mn-ea"/>
          <a:cs typeface="+mn-cs"/>
        </a:defRPr>
      </a:lvl2pPr>
      <a:lvl3pPr marL="628650" indent="-125730" algn="l" defTabSz="502920" rtl="0" eaLnBrk="1" latinLnBrk="0" hangingPunct="1">
        <a:lnSpc>
          <a:spcPct val="90000"/>
        </a:lnSpc>
        <a:spcBef>
          <a:spcPts val="275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880110" indent="-125730" algn="l" defTabSz="502920" rtl="0" eaLnBrk="1" latinLnBrk="0" hangingPunct="1">
        <a:lnSpc>
          <a:spcPct val="90000"/>
        </a:lnSpc>
        <a:spcBef>
          <a:spcPts val="275"/>
        </a:spcBef>
        <a:buFont typeface="Arial" panose="020B0604020202020204" pitchFamily="34" charset="0"/>
        <a:buChar char="•"/>
        <a:defRPr sz="990" kern="1200">
          <a:solidFill>
            <a:schemeClr val="tx1"/>
          </a:solidFill>
          <a:latin typeface="+mn-lt"/>
          <a:ea typeface="+mn-ea"/>
          <a:cs typeface="+mn-cs"/>
        </a:defRPr>
      </a:lvl4pPr>
      <a:lvl5pPr marL="1131570" indent="-125730" algn="l" defTabSz="502920" rtl="0" eaLnBrk="1" latinLnBrk="0" hangingPunct="1">
        <a:lnSpc>
          <a:spcPct val="90000"/>
        </a:lnSpc>
        <a:spcBef>
          <a:spcPts val="275"/>
        </a:spcBef>
        <a:buFont typeface="Arial" panose="020B0604020202020204" pitchFamily="34" charset="0"/>
        <a:buChar char="•"/>
        <a:defRPr sz="990" kern="1200">
          <a:solidFill>
            <a:schemeClr val="tx1"/>
          </a:solidFill>
          <a:latin typeface="+mn-lt"/>
          <a:ea typeface="+mn-ea"/>
          <a:cs typeface="+mn-cs"/>
        </a:defRPr>
      </a:lvl5pPr>
      <a:lvl6pPr marL="1383030" indent="-125730" algn="l" defTabSz="502920" rtl="0" eaLnBrk="1" latinLnBrk="0" hangingPunct="1">
        <a:lnSpc>
          <a:spcPct val="90000"/>
        </a:lnSpc>
        <a:spcBef>
          <a:spcPts val="275"/>
        </a:spcBef>
        <a:buFont typeface="Arial" panose="020B0604020202020204" pitchFamily="34" charset="0"/>
        <a:buChar char="•"/>
        <a:defRPr sz="990" kern="1200">
          <a:solidFill>
            <a:schemeClr val="tx1"/>
          </a:solidFill>
          <a:latin typeface="+mn-lt"/>
          <a:ea typeface="+mn-ea"/>
          <a:cs typeface="+mn-cs"/>
        </a:defRPr>
      </a:lvl6pPr>
      <a:lvl7pPr marL="1634490" indent="-125730" algn="l" defTabSz="502920" rtl="0" eaLnBrk="1" latinLnBrk="0" hangingPunct="1">
        <a:lnSpc>
          <a:spcPct val="90000"/>
        </a:lnSpc>
        <a:spcBef>
          <a:spcPts val="275"/>
        </a:spcBef>
        <a:buFont typeface="Arial" panose="020B0604020202020204" pitchFamily="34" charset="0"/>
        <a:buChar char="•"/>
        <a:defRPr sz="990" kern="1200">
          <a:solidFill>
            <a:schemeClr val="tx1"/>
          </a:solidFill>
          <a:latin typeface="+mn-lt"/>
          <a:ea typeface="+mn-ea"/>
          <a:cs typeface="+mn-cs"/>
        </a:defRPr>
      </a:lvl7pPr>
      <a:lvl8pPr marL="1885950" indent="-125730" algn="l" defTabSz="502920" rtl="0" eaLnBrk="1" latinLnBrk="0" hangingPunct="1">
        <a:lnSpc>
          <a:spcPct val="90000"/>
        </a:lnSpc>
        <a:spcBef>
          <a:spcPts val="275"/>
        </a:spcBef>
        <a:buFont typeface="Arial" panose="020B0604020202020204" pitchFamily="34" charset="0"/>
        <a:buChar char="•"/>
        <a:defRPr sz="990" kern="1200">
          <a:solidFill>
            <a:schemeClr val="tx1"/>
          </a:solidFill>
          <a:latin typeface="+mn-lt"/>
          <a:ea typeface="+mn-ea"/>
          <a:cs typeface="+mn-cs"/>
        </a:defRPr>
      </a:lvl8pPr>
      <a:lvl9pPr marL="2137410" indent="-125730" algn="l" defTabSz="502920" rtl="0" eaLnBrk="1" latinLnBrk="0" hangingPunct="1">
        <a:lnSpc>
          <a:spcPct val="90000"/>
        </a:lnSpc>
        <a:spcBef>
          <a:spcPts val="275"/>
        </a:spcBef>
        <a:buFont typeface="Arial" panose="020B0604020202020204" pitchFamily="34" charset="0"/>
        <a:buChar char="•"/>
        <a:defRPr sz="99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02920" rtl="0" eaLnBrk="1" latinLnBrk="0" hangingPunct="1">
        <a:defRPr sz="990" kern="1200">
          <a:solidFill>
            <a:schemeClr val="tx1"/>
          </a:solidFill>
          <a:latin typeface="+mn-lt"/>
          <a:ea typeface="+mn-ea"/>
          <a:cs typeface="+mn-cs"/>
        </a:defRPr>
      </a:lvl1pPr>
      <a:lvl2pPr marL="251460" algn="l" defTabSz="502920" rtl="0" eaLnBrk="1" latinLnBrk="0" hangingPunct="1">
        <a:defRPr sz="990" kern="1200">
          <a:solidFill>
            <a:schemeClr val="tx1"/>
          </a:solidFill>
          <a:latin typeface="+mn-lt"/>
          <a:ea typeface="+mn-ea"/>
          <a:cs typeface="+mn-cs"/>
        </a:defRPr>
      </a:lvl2pPr>
      <a:lvl3pPr marL="502920" algn="l" defTabSz="502920" rtl="0" eaLnBrk="1" latinLnBrk="0" hangingPunct="1">
        <a:defRPr sz="990" kern="1200">
          <a:solidFill>
            <a:schemeClr val="tx1"/>
          </a:solidFill>
          <a:latin typeface="+mn-lt"/>
          <a:ea typeface="+mn-ea"/>
          <a:cs typeface="+mn-cs"/>
        </a:defRPr>
      </a:lvl3pPr>
      <a:lvl4pPr marL="754380" algn="l" defTabSz="502920" rtl="0" eaLnBrk="1" latinLnBrk="0" hangingPunct="1">
        <a:defRPr sz="990" kern="1200">
          <a:solidFill>
            <a:schemeClr val="tx1"/>
          </a:solidFill>
          <a:latin typeface="+mn-lt"/>
          <a:ea typeface="+mn-ea"/>
          <a:cs typeface="+mn-cs"/>
        </a:defRPr>
      </a:lvl4pPr>
      <a:lvl5pPr marL="1005840" algn="l" defTabSz="502920" rtl="0" eaLnBrk="1" latinLnBrk="0" hangingPunct="1">
        <a:defRPr sz="990" kern="1200">
          <a:solidFill>
            <a:schemeClr val="tx1"/>
          </a:solidFill>
          <a:latin typeface="+mn-lt"/>
          <a:ea typeface="+mn-ea"/>
          <a:cs typeface="+mn-cs"/>
        </a:defRPr>
      </a:lvl5pPr>
      <a:lvl6pPr marL="1257300" algn="l" defTabSz="502920" rtl="0" eaLnBrk="1" latinLnBrk="0" hangingPunct="1">
        <a:defRPr sz="990" kern="1200">
          <a:solidFill>
            <a:schemeClr val="tx1"/>
          </a:solidFill>
          <a:latin typeface="+mn-lt"/>
          <a:ea typeface="+mn-ea"/>
          <a:cs typeface="+mn-cs"/>
        </a:defRPr>
      </a:lvl6pPr>
      <a:lvl7pPr marL="1508760" algn="l" defTabSz="502920" rtl="0" eaLnBrk="1" latinLnBrk="0" hangingPunct="1">
        <a:defRPr sz="990" kern="1200">
          <a:solidFill>
            <a:schemeClr val="tx1"/>
          </a:solidFill>
          <a:latin typeface="+mn-lt"/>
          <a:ea typeface="+mn-ea"/>
          <a:cs typeface="+mn-cs"/>
        </a:defRPr>
      </a:lvl7pPr>
      <a:lvl8pPr marL="1760220" algn="l" defTabSz="502920" rtl="0" eaLnBrk="1" latinLnBrk="0" hangingPunct="1">
        <a:defRPr sz="990" kern="1200">
          <a:solidFill>
            <a:schemeClr val="tx1"/>
          </a:solidFill>
          <a:latin typeface="+mn-lt"/>
          <a:ea typeface="+mn-ea"/>
          <a:cs typeface="+mn-cs"/>
        </a:defRPr>
      </a:lvl8pPr>
      <a:lvl9pPr marL="2011680" algn="l" defTabSz="502920" rtl="0" eaLnBrk="1" latinLnBrk="0" hangingPunct="1">
        <a:defRPr sz="99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F09C46C-198C-08A6-0053-8F60CC7526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5029200" cy="5029200"/>
          </a:xfrm>
          <a:prstGeom prst="rect">
            <a:avLst/>
          </a:prstGeom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9690494D-3533-6625-494C-7A242B0C023E}"/>
              </a:ext>
            </a:extLst>
          </p:cNvPr>
          <p:cNvSpPr/>
          <p:nvPr/>
        </p:nvSpPr>
        <p:spPr>
          <a:xfrm>
            <a:off x="3171217" y="159534"/>
            <a:ext cx="85604" cy="73797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5BE4954-6486-5C0F-892B-111E7F54FBBC}"/>
              </a:ext>
            </a:extLst>
          </p:cNvPr>
          <p:cNvSpPr/>
          <p:nvPr/>
        </p:nvSpPr>
        <p:spPr>
          <a:xfrm>
            <a:off x="1023350" y="165304"/>
            <a:ext cx="71918" cy="7191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7906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etri2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8A3F79"/>
      </a:accent1>
      <a:accent2>
        <a:srgbClr val="8294F5"/>
      </a:accent2>
      <a:accent3>
        <a:srgbClr val="E6E9FC"/>
      </a:accent3>
      <a:accent4>
        <a:srgbClr val="C3BAEB"/>
      </a:accent4>
      <a:accent5>
        <a:srgbClr val="D8AACE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Elizabeth S Duan</dc:creator>
  <cp:lastModifiedBy>Elizabeth S Duan</cp:lastModifiedBy>
  <cp:revision>3</cp:revision>
  <dcterms:created xsi:type="dcterms:W3CDTF">2026-05-28T18:48:41Z</dcterms:created>
  <dcterms:modified xsi:type="dcterms:W3CDTF">2026-07-03T18:33:28Z</dcterms:modified>
</cp:coreProperties>
</file>