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12"/>
  </p:normalViewPr>
  <p:slideViewPr>
    <p:cSldViewPr snapToGrid="0">
      <p:cViewPr varScale="1">
        <p:scale>
          <a:sx n="158" d="100"/>
          <a:sy n="158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2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59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3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6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3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5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7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5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5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0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9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658284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658284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43416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6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7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9AAA1-CD3E-6343-8C47-490C1B21047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6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C4ED88-6100-1510-F447-4294DCE51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400800" cy="4572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F6C405-0301-9E99-477C-A9E0EE61191E}"/>
              </a:ext>
            </a:extLst>
          </p:cNvPr>
          <p:cNvSpPr/>
          <p:nvPr/>
        </p:nvSpPr>
        <p:spPr>
          <a:xfrm>
            <a:off x="1809453" y="317351"/>
            <a:ext cx="2047285" cy="30573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DA105-2B83-834F-0571-C4D2350BE47C}"/>
              </a:ext>
            </a:extLst>
          </p:cNvPr>
          <p:cNvSpPr/>
          <p:nvPr/>
        </p:nvSpPr>
        <p:spPr>
          <a:xfrm>
            <a:off x="4021742" y="317351"/>
            <a:ext cx="1197622" cy="305736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D3C6E-F87A-5FAF-0176-6C7516F02238}"/>
              </a:ext>
            </a:extLst>
          </p:cNvPr>
          <p:cNvSpPr txBox="1"/>
          <p:nvPr/>
        </p:nvSpPr>
        <p:spPr>
          <a:xfrm>
            <a:off x="2503518" y="129091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Genotype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E2799-467C-E103-D784-C290540C2E8B}"/>
              </a:ext>
            </a:extLst>
          </p:cNvPr>
          <p:cNvSpPr txBox="1"/>
          <p:nvPr/>
        </p:nvSpPr>
        <p:spPr>
          <a:xfrm>
            <a:off x="4375934" y="134180"/>
            <a:ext cx="4892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5062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8</cp:revision>
  <dcterms:created xsi:type="dcterms:W3CDTF">2026-06-01T18:05:54Z</dcterms:created>
  <dcterms:modified xsi:type="dcterms:W3CDTF">2026-07-17T20:28:59Z</dcterms:modified>
</cp:coreProperties>
</file>